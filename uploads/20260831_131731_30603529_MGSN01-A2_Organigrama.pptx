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05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6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8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39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15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0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972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0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10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3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3C249-B2F1-4C41-95E9-FC66219544DF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B59BC-7C00-4257-A9C9-F6DECC2B9FF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7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42" y="365761"/>
            <a:ext cx="1133333" cy="60952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0136777" y="365761"/>
            <a:ext cx="1828800" cy="561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MGSN01-A2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Rev.14 Oct 2025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6035813" y="516023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GERENTE GENERAL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6044540" y="137968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900" dirty="0">
                <a:solidFill>
                  <a:schemeClr val="tx1"/>
                </a:solidFill>
              </a:rPr>
              <a:t>GERENTE COMERCIAL Y OPERATIVO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5221997" y="25054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COMERCIAL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9584675" y="2492326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SISTEMA DE GESTION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3752828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COORDINADOR OPERACIONES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3752828" y="343910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SUPERVISOR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OPERACIONES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2977972" y="4453128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OPERADOR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SLICK LINE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5221997" y="34511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CONTROL DOCUMENTAL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6768443" y="344093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RRHH - COMPRAS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5" name="Rectángulo 24"/>
          <p:cNvSpPr/>
          <p:nvPr/>
        </p:nvSpPr>
        <p:spPr>
          <a:xfrm>
            <a:off x="8237035" y="3440939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GESTION DE PROVEEDORES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6" name="Rectángulo 25"/>
          <p:cNvSpPr/>
          <p:nvPr/>
        </p:nvSpPr>
        <p:spPr>
          <a:xfrm>
            <a:off x="755049" y="2250806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MEDICINA LABORAL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741314" y="1396078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HIGIENE Y SEGURIDAD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8" name="Rectángulo 27"/>
          <p:cNvSpPr/>
          <p:nvPr/>
        </p:nvSpPr>
        <p:spPr>
          <a:xfrm>
            <a:off x="755049" y="4050684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AMBIENTE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29" name="Rectángulo 28"/>
          <p:cNvSpPr/>
          <p:nvPr/>
        </p:nvSpPr>
        <p:spPr>
          <a:xfrm>
            <a:off x="755049" y="4917572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SERVICIO CONTABLE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30" name="Rectángulo 29"/>
          <p:cNvSpPr/>
          <p:nvPr/>
        </p:nvSpPr>
        <p:spPr>
          <a:xfrm>
            <a:off x="741314" y="3150745"/>
            <a:ext cx="1080000" cy="7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SERVICIO LEGAL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33" name="Conector recto 32"/>
          <p:cNvCxnSpPr/>
          <p:nvPr/>
        </p:nvCxnSpPr>
        <p:spPr>
          <a:xfrm flipH="1">
            <a:off x="1844364" y="2610806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/>
          <p:cNvCxnSpPr/>
          <p:nvPr/>
        </p:nvCxnSpPr>
        <p:spPr>
          <a:xfrm flipH="1">
            <a:off x="1826717" y="3510345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H="1">
            <a:off x="1838678" y="4410684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>
            <a:off x="1832890" y="5277572"/>
            <a:ext cx="18833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/>
          <p:cNvCxnSpPr/>
          <p:nvPr/>
        </p:nvCxnSpPr>
        <p:spPr>
          <a:xfrm flipH="1">
            <a:off x="2026955" y="1743909"/>
            <a:ext cx="23050" cy="353365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>
            <a:off x="4287762" y="3222585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5782331" y="333605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>
            <a:stCxn id="54" idx="2"/>
          </p:cNvCxnSpPr>
          <p:nvPr/>
        </p:nvCxnSpPr>
        <p:spPr>
          <a:xfrm>
            <a:off x="7325381" y="3225420"/>
            <a:ext cx="0" cy="216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/>
          <p:cNvCxnSpPr/>
          <p:nvPr/>
        </p:nvCxnSpPr>
        <p:spPr>
          <a:xfrm>
            <a:off x="8760481" y="332970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H="1">
            <a:off x="5782332" y="3333302"/>
            <a:ext cx="2978149" cy="363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/>
          <p:cNvSpPr/>
          <p:nvPr/>
        </p:nvSpPr>
        <p:spPr>
          <a:xfrm>
            <a:off x="6785381" y="250542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ADMINISTRACION</a:t>
            </a:r>
          </a:p>
        </p:txBody>
      </p:sp>
      <p:cxnSp>
        <p:nvCxnSpPr>
          <p:cNvPr id="67" name="Conector recto 66"/>
          <p:cNvCxnSpPr/>
          <p:nvPr/>
        </p:nvCxnSpPr>
        <p:spPr>
          <a:xfrm flipH="1">
            <a:off x="2934970" y="2388722"/>
            <a:ext cx="8460000" cy="363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/>
          <p:cNvCxnSpPr/>
          <p:nvPr/>
        </p:nvCxnSpPr>
        <p:spPr>
          <a:xfrm>
            <a:off x="4282079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/>
          <p:cNvSpPr/>
          <p:nvPr/>
        </p:nvSpPr>
        <p:spPr>
          <a:xfrm>
            <a:off x="8256408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REFERENTE HSE</a:t>
            </a:r>
          </a:p>
        </p:txBody>
      </p:sp>
      <p:sp>
        <p:nvSpPr>
          <p:cNvPr id="51" name="Rectángulo 50"/>
          <p:cNvSpPr/>
          <p:nvPr/>
        </p:nvSpPr>
        <p:spPr>
          <a:xfrm>
            <a:off x="2989803" y="5389643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AYUDANTE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SLICK LINE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52" name="Conector recto 51"/>
          <p:cNvCxnSpPr/>
          <p:nvPr/>
        </p:nvCxnSpPr>
        <p:spPr>
          <a:xfrm>
            <a:off x="3517972" y="5163984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/>
          <p:cNvCxnSpPr/>
          <p:nvPr/>
        </p:nvCxnSpPr>
        <p:spPr>
          <a:xfrm>
            <a:off x="6603280" y="1231134"/>
            <a:ext cx="0" cy="144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/>
          <p:cNvCxnSpPr/>
          <p:nvPr/>
        </p:nvCxnSpPr>
        <p:spPr>
          <a:xfrm>
            <a:off x="6600112" y="2101640"/>
            <a:ext cx="0" cy="28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>
            <a:off x="5755279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/>
          <p:cNvCxnSpPr/>
          <p:nvPr/>
        </p:nvCxnSpPr>
        <p:spPr>
          <a:xfrm>
            <a:off x="7325381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/>
          <p:cNvCxnSpPr/>
          <p:nvPr/>
        </p:nvCxnSpPr>
        <p:spPr>
          <a:xfrm>
            <a:off x="8800244" y="2396484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/>
          <p:cNvCxnSpPr/>
          <p:nvPr/>
        </p:nvCxnSpPr>
        <p:spPr>
          <a:xfrm>
            <a:off x="10097923" y="2388722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/>
          <p:cNvSpPr/>
          <p:nvPr/>
        </p:nvSpPr>
        <p:spPr>
          <a:xfrm>
            <a:off x="4541660" y="4444406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OPERADOR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WELL TESTING</a:t>
            </a:r>
            <a:endParaRPr lang="es-AR" sz="900" dirty="0">
              <a:solidFill>
                <a:schemeClr val="tx1"/>
              </a:solidFill>
            </a:endParaRPr>
          </a:p>
        </p:txBody>
      </p:sp>
      <p:sp>
        <p:nvSpPr>
          <p:cNvPr id="61" name="Rectángulo 60"/>
          <p:cNvSpPr/>
          <p:nvPr/>
        </p:nvSpPr>
        <p:spPr>
          <a:xfrm>
            <a:off x="4557984" y="5386470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AYUDANTE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WELL TESTING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62" name="Conector recto 61"/>
          <p:cNvCxnSpPr/>
          <p:nvPr/>
        </p:nvCxnSpPr>
        <p:spPr>
          <a:xfrm>
            <a:off x="5068148" y="5154719"/>
            <a:ext cx="0" cy="2256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angular 2"/>
          <p:cNvCxnSpPr>
            <a:stCxn id="20" idx="2"/>
            <a:endCxn id="60" idx="0"/>
          </p:cNvCxnSpPr>
          <p:nvPr/>
        </p:nvCxnSpPr>
        <p:spPr>
          <a:xfrm rot="16200000" flipH="1">
            <a:off x="4544591" y="3907337"/>
            <a:ext cx="285306" cy="788832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r 62"/>
          <p:cNvCxnSpPr>
            <a:stCxn id="20" idx="2"/>
            <a:endCxn id="21" idx="0"/>
          </p:cNvCxnSpPr>
          <p:nvPr/>
        </p:nvCxnSpPr>
        <p:spPr>
          <a:xfrm rot="5400000">
            <a:off x="3758386" y="3918686"/>
            <a:ext cx="294028" cy="774856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6AC6956D-0395-6904-4EF9-19CE431D065F}"/>
              </a:ext>
            </a:extLst>
          </p:cNvPr>
          <p:cNvSpPr/>
          <p:nvPr/>
        </p:nvSpPr>
        <p:spPr>
          <a:xfrm>
            <a:off x="10875841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RESPONSABLE DE MANTENIMIENTO ELECTRONICO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42E8E7A-6119-9731-67DB-3ED317E41836}"/>
              </a:ext>
            </a:extLst>
          </p:cNvPr>
          <p:cNvCxnSpPr/>
          <p:nvPr/>
        </p:nvCxnSpPr>
        <p:spPr>
          <a:xfrm>
            <a:off x="2940195" y="2393610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D012E7F-5BFA-73AC-E1C5-8F0C96F64ED5}"/>
              </a:ext>
            </a:extLst>
          </p:cNvPr>
          <p:cNvCxnSpPr/>
          <p:nvPr/>
        </p:nvCxnSpPr>
        <p:spPr>
          <a:xfrm>
            <a:off x="11397637" y="2385846"/>
            <a:ext cx="0" cy="108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7DF0BF2E-EEEF-77B6-857D-0A53B4EC4AD8}"/>
              </a:ext>
            </a:extLst>
          </p:cNvPr>
          <p:cNvSpPr/>
          <p:nvPr/>
        </p:nvSpPr>
        <p:spPr>
          <a:xfrm>
            <a:off x="2421187" y="2502585"/>
            <a:ext cx="1080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ESPECIALISTA EN SLICKLINE</a:t>
            </a:r>
            <a:endParaRPr lang="es-AR" sz="900" dirty="0">
              <a:solidFill>
                <a:schemeClr val="tx1"/>
              </a:solidFill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8A558B6-9A8A-DEE5-712B-0C6C5040507A}"/>
              </a:ext>
            </a:extLst>
          </p:cNvPr>
          <p:cNvCxnSpPr/>
          <p:nvPr/>
        </p:nvCxnSpPr>
        <p:spPr>
          <a:xfrm flipH="1">
            <a:off x="1858350" y="1721802"/>
            <a:ext cx="417600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4989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67</Words>
  <Application>Microsoft Office PowerPoint</Application>
  <PresentationFormat>Panorámica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ARIEL</dc:creator>
  <cp:lastModifiedBy>Ariel Costallat</cp:lastModifiedBy>
  <cp:revision>58</cp:revision>
  <cp:lastPrinted>2025-05-16T12:33:16Z</cp:lastPrinted>
  <dcterms:created xsi:type="dcterms:W3CDTF">2020-03-07T13:17:53Z</dcterms:created>
  <dcterms:modified xsi:type="dcterms:W3CDTF">2025-10-27T13:48:10Z</dcterms:modified>
</cp:coreProperties>
</file>