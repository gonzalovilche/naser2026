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0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8F"/>
    <a:srgbClr val="800000"/>
    <a:srgbClr val="660066"/>
    <a:srgbClr val="009999"/>
    <a:srgbClr val="9BBB59"/>
    <a:srgbClr val="8064A2"/>
    <a:srgbClr val="608CAB"/>
    <a:srgbClr val="5CB37C"/>
    <a:srgbClr val="00CC99"/>
    <a:srgbClr val="2B1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5FFEF-6F27-4179-A57A-28D674467182}" v="35" dt="2021-09-21T18:41:58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 autoAdjust="0"/>
    <p:restoredTop sz="93979" autoAdjust="0"/>
  </p:normalViewPr>
  <p:slideViewPr>
    <p:cSldViewPr>
      <p:cViewPr varScale="1">
        <p:scale>
          <a:sx n="146" d="100"/>
          <a:sy n="146" d="100"/>
        </p:scale>
        <p:origin x="106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ado, Fabio (F)" userId="49021d92-5142-4108-8eb8-012bc1a416bd" providerId="ADAL" clId="{F155FFEF-6F27-4179-A57A-28D674467182}"/>
    <pc:docChg chg="undo custSel addSld modSld">
      <pc:chgData name="Criado, Fabio (F)" userId="49021d92-5142-4108-8eb8-012bc1a416bd" providerId="ADAL" clId="{F155FFEF-6F27-4179-A57A-28D674467182}" dt="2021-09-21T18:59:49.633" v="2627" actId="255"/>
      <pc:docMkLst>
        <pc:docMk/>
      </pc:docMkLst>
      <pc:sldChg chg="modSp mod">
        <pc:chgData name="Criado, Fabio (F)" userId="49021d92-5142-4108-8eb8-012bc1a416bd" providerId="ADAL" clId="{F155FFEF-6F27-4179-A57A-28D674467182}" dt="2021-09-21T18:59:06.832" v="2619" actId="1076"/>
        <pc:sldMkLst>
          <pc:docMk/>
          <pc:sldMk cId="2478902029" sldId="320"/>
        </pc:sldMkLst>
        <pc:spChg chg="mod">
          <ac:chgData name="Criado, Fabio (F)" userId="49021d92-5142-4108-8eb8-012bc1a416bd" providerId="ADAL" clId="{F155FFEF-6F27-4179-A57A-28D674467182}" dt="2021-09-21T18:59:04.017" v="2618" actId="1076"/>
          <ac:spMkLst>
            <pc:docMk/>
            <pc:sldMk cId="2478902029" sldId="320"/>
            <ac:spMk id="11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8:55.138" v="2616" actId="120"/>
          <ac:spMkLst>
            <pc:docMk/>
            <pc:sldMk cId="2478902029" sldId="320"/>
            <ac:spMk id="25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9:06.832" v="2619" actId="1076"/>
          <ac:spMkLst>
            <pc:docMk/>
            <pc:sldMk cId="2478902029" sldId="320"/>
            <ac:spMk id="28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8:14.361" v="2604" actId="2711"/>
          <ac:spMkLst>
            <pc:docMk/>
            <pc:sldMk cId="2478902029" sldId="320"/>
            <ac:spMk id="29" creationId="{00000000-0000-0000-0000-000000000000}"/>
          </ac:spMkLst>
        </pc:spChg>
        <pc:picChg chg="mod">
          <ac:chgData name="Criado, Fabio (F)" userId="49021d92-5142-4108-8eb8-012bc1a416bd" providerId="ADAL" clId="{F155FFEF-6F27-4179-A57A-28D674467182}" dt="2021-09-21T18:58:43.841" v="2611" actId="1076"/>
          <ac:picMkLst>
            <pc:docMk/>
            <pc:sldMk cId="2478902029" sldId="320"/>
            <ac:picMk id="31" creationId="{8C9A63B5-4386-4703-8A16-86AF07F5E979}"/>
          </ac:picMkLst>
        </pc:picChg>
        <pc:cxnChg chg="mod">
          <ac:chgData name="Criado, Fabio (F)" userId="49021d92-5142-4108-8eb8-012bc1a416bd" providerId="ADAL" clId="{F155FFEF-6F27-4179-A57A-28D674467182}" dt="2021-09-21T18:58:46.770" v="2614" actId="14100"/>
          <ac:cxnSpMkLst>
            <pc:docMk/>
            <pc:sldMk cId="2478902029" sldId="320"/>
            <ac:cxnSpMk id="9" creationId="{D70A662D-6935-4A39-ADA3-06BC7614F420}"/>
          </ac:cxnSpMkLst>
        </pc:cxnChg>
      </pc:sldChg>
      <pc:sldChg chg="addSp delSp modSp add mod">
        <pc:chgData name="Criado, Fabio (F)" userId="49021d92-5142-4108-8eb8-012bc1a416bd" providerId="ADAL" clId="{F155FFEF-6F27-4179-A57A-28D674467182}" dt="2021-09-20T17:10:02.182" v="1012" actId="255"/>
        <pc:sldMkLst>
          <pc:docMk/>
          <pc:sldMk cId="700501725" sldId="321"/>
        </pc:sldMkLst>
        <pc:spChg chg="add mod">
          <ac:chgData name="Criado, Fabio (F)" userId="49021d92-5142-4108-8eb8-012bc1a416bd" providerId="ADAL" clId="{F155FFEF-6F27-4179-A57A-28D674467182}" dt="2021-09-20T17:02:02.574" v="679" actId="1076"/>
          <ac:spMkLst>
            <pc:docMk/>
            <pc:sldMk cId="700501725" sldId="321"/>
            <ac:spMk id="3" creationId="{4DDDE820-D0AD-4EAE-B56E-5A37F0DFC7ED}"/>
          </ac:spMkLst>
        </pc:spChg>
        <pc:spChg chg="mod">
          <ac:chgData name="Criado, Fabio (F)" userId="49021d92-5142-4108-8eb8-012bc1a416bd" providerId="ADAL" clId="{F155FFEF-6F27-4179-A57A-28D674467182}" dt="2021-09-20T16:55:19.129" v="268" actId="113"/>
          <ac:spMkLst>
            <pc:docMk/>
            <pc:sldMk cId="700501725" sldId="321"/>
            <ac:spMk id="7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0T16:56:54.503" v="291"/>
          <ac:spMkLst>
            <pc:docMk/>
            <pc:sldMk cId="700501725" sldId="321"/>
            <ac:spMk id="10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0T17:10:02.182" v="1012" actId="255"/>
          <ac:spMkLst>
            <pc:docMk/>
            <pc:sldMk cId="700501725" sldId="321"/>
            <ac:spMk id="11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0T17:04:47.548" v="788" actId="20577"/>
          <ac:spMkLst>
            <pc:docMk/>
            <pc:sldMk cId="700501725" sldId="321"/>
            <ac:spMk id="12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0T17:05:01.788" v="836" actId="20577"/>
          <ac:spMkLst>
            <pc:docMk/>
            <pc:sldMk cId="700501725" sldId="321"/>
            <ac:spMk id="22" creationId="{00000000-0000-0000-0000-000000000000}"/>
          </ac:spMkLst>
        </pc:spChg>
        <pc:spChg chg="del mod">
          <ac:chgData name="Criado, Fabio (F)" userId="49021d92-5142-4108-8eb8-012bc1a416bd" providerId="ADAL" clId="{F155FFEF-6F27-4179-A57A-28D674467182}" dt="2021-09-20T16:53:37.521" v="240"/>
          <ac:spMkLst>
            <pc:docMk/>
            <pc:sldMk cId="700501725" sldId="321"/>
            <ac:spMk id="25" creationId="{00000000-0000-0000-0000-000000000000}"/>
          </ac:spMkLst>
        </pc:spChg>
        <pc:spChg chg="del mod">
          <ac:chgData name="Criado, Fabio (F)" userId="49021d92-5142-4108-8eb8-012bc1a416bd" providerId="ADAL" clId="{F155FFEF-6F27-4179-A57A-28D674467182}" dt="2021-09-20T16:59:45.295" v="520"/>
          <ac:spMkLst>
            <pc:docMk/>
            <pc:sldMk cId="700501725" sldId="321"/>
            <ac:spMk id="28" creationId="{00000000-0000-0000-0000-000000000000}"/>
          </ac:spMkLst>
        </pc:spChg>
        <pc:spChg chg="del mod">
          <ac:chgData name="Criado, Fabio (F)" userId="49021d92-5142-4108-8eb8-012bc1a416bd" providerId="ADAL" clId="{F155FFEF-6F27-4179-A57A-28D674467182}" dt="2021-09-20T16:59:45.294" v="518"/>
          <ac:spMkLst>
            <pc:docMk/>
            <pc:sldMk cId="700501725" sldId="321"/>
            <ac:spMk id="29" creationId="{00000000-0000-0000-0000-000000000000}"/>
          </ac:spMkLst>
        </pc:spChg>
        <pc:picChg chg="add mod">
          <ac:chgData name="Criado, Fabio (F)" userId="49021d92-5142-4108-8eb8-012bc1a416bd" providerId="ADAL" clId="{F155FFEF-6F27-4179-A57A-28D674467182}" dt="2021-09-20T16:55:45.385" v="277" actId="14100"/>
          <ac:picMkLst>
            <pc:docMk/>
            <pc:sldMk cId="700501725" sldId="321"/>
            <ac:picMk id="24" creationId="{6D028711-FE61-4D88-9189-2241BAC2421B}"/>
          </ac:picMkLst>
        </pc:picChg>
        <pc:picChg chg="del">
          <ac:chgData name="Criado, Fabio (F)" userId="49021d92-5142-4108-8eb8-012bc1a416bd" providerId="ADAL" clId="{F155FFEF-6F27-4179-A57A-28D674467182}" dt="2021-09-20T16:53:39.228" v="242" actId="478"/>
          <ac:picMkLst>
            <pc:docMk/>
            <pc:sldMk cId="700501725" sldId="321"/>
            <ac:picMk id="30" creationId="{05383296-5606-41DB-A931-CE110E4E4708}"/>
          </ac:picMkLst>
        </pc:picChg>
        <pc:picChg chg="del">
          <ac:chgData name="Criado, Fabio (F)" userId="49021d92-5142-4108-8eb8-012bc1a416bd" providerId="ADAL" clId="{F155FFEF-6F27-4179-A57A-28D674467182}" dt="2021-09-20T16:53:37.517" v="238" actId="478"/>
          <ac:picMkLst>
            <pc:docMk/>
            <pc:sldMk cId="700501725" sldId="321"/>
            <ac:picMk id="31" creationId="{8C9A63B5-4386-4703-8A16-86AF07F5E979}"/>
          </ac:picMkLst>
        </pc:picChg>
        <pc:picChg chg="add mod">
          <ac:chgData name="Criado, Fabio (F)" userId="49021d92-5142-4108-8eb8-012bc1a416bd" providerId="ADAL" clId="{F155FFEF-6F27-4179-A57A-28D674467182}" dt="2021-09-20T16:55:48.971" v="279" actId="14100"/>
          <ac:picMkLst>
            <pc:docMk/>
            <pc:sldMk cId="700501725" sldId="321"/>
            <ac:picMk id="32" creationId="{1293569B-A867-45A8-9D12-1038FBB62C53}"/>
          </ac:picMkLst>
        </pc:picChg>
        <pc:picChg chg="add mod">
          <ac:chgData name="Criado, Fabio (F)" userId="49021d92-5142-4108-8eb8-012bc1a416bd" providerId="ADAL" clId="{F155FFEF-6F27-4179-A57A-28D674467182}" dt="2021-09-20T16:56:09.048" v="285" actId="1076"/>
          <ac:picMkLst>
            <pc:docMk/>
            <pc:sldMk cId="700501725" sldId="321"/>
            <ac:picMk id="33" creationId="{BD0D8CF3-F2D3-4825-A38A-221C9D77CBA2}"/>
          </ac:picMkLst>
        </pc:picChg>
        <pc:cxnChg chg="del">
          <ac:chgData name="Criado, Fabio (F)" userId="49021d92-5142-4108-8eb8-012bc1a416bd" providerId="ADAL" clId="{F155FFEF-6F27-4179-A57A-28D674467182}" dt="2021-09-20T16:53:38.428" v="241" actId="478"/>
          <ac:cxnSpMkLst>
            <pc:docMk/>
            <pc:sldMk cId="700501725" sldId="321"/>
            <ac:cxnSpMk id="9" creationId="{D70A662D-6935-4A39-ADA3-06BC7614F420}"/>
          </ac:cxnSpMkLst>
        </pc:cxnChg>
      </pc:sldChg>
      <pc:sldChg chg="addSp delSp modSp add mod">
        <pc:chgData name="Criado, Fabio (F)" userId="49021d92-5142-4108-8eb8-012bc1a416bd" providerId="ADAL" clId="{F155FFEF-6F27-4179-A57A-28D674467182}" dt="2021-09-21T18:59:49.633" v="2627" actId="255"/>
        <pc:sldMkLst>
          <pc:docMk/>
          <pc:sldMk cId="963999812" sldId="322"/>
        </pc:sldMkLst>
        <pc:spChg chg="del mod">
          <ac:chgData name="Criado, Fabio (F)" userId="49021d92-5142-4108-8eb8-012bc1a416bd" providerId="ADAL" clId="{F155FFEF-6F27-4179-A57A-28D674467182}" dt="2021-09-20T18:53:06.185" v="1058"/>
          <ac:spMkLst>
            <pc:docMk/>
            <pc:sldMk cId="963999812" sldId="322"/>
            <ac:spMk id="3" creationId="{4DDDE820-D0AD-4EAE-B56E-5A37F0DFC7ED}"/>
          </ac:spMkLst>
        </pc:spChg>
        <pc:spChg chg="mod">
          <ac:chgData name="Criado, Fabio (F)" userId="49021d92-5142-4108-8eb8-012bc1a416bd" providerId="ADAL" clId="{F155FFEF-6F27-4179-A57A-28D674467182}" dt="2021-09-20T19:18:17.882" v="1825" actId="113"/>
          <ac:spMkLst>
            <pc:docMk/>
            <pc:sldMk cId="963999812" sldId="322"/>
            <ac:spMk id="7" creationId="{00000000-0000-0000-0000-000000000000}"/>
          </ac:spMkLst>
        </pc:spChg>
        <pc:spChg chg="add mod">
          <ac:chgData name="Criado, Fabio (F)" userId="49021d92-5142-4108-8eb8-012bc1a416bd" providerId="ADAL" clId="{F155FFEF-6F27-4179-A57A-28D674467182}" dt="2021-09-21T18:59:35.184" v="2625" actId="1076"/>
          <ac:spMkLst>
            <pc:docMk/>
            <pc:sldMk cId="963999812" sldId="322"/>
            <ac:spMk id="9" creationId="{D2B14C80-272D-427B-A95A-433734C63F60}"/>
          </ac:spMkLst>
        </pc:spChg>
        <pc:spChg chg="mod">
          <ac:chgData name="Criado, Fabio (F)" userId="49021d92-5142-4108-8eb8-012bc1a416bd" providerId="ADAL" clId="{F155FFEF-6F27-4179-A57A-28D674467182}" dt="2021-09-20T19:01:24.407" v="1061"/>
          <ac:spMkLst>
            <pc:docMk/>
            <pc:sldMk cId="963999812" sldId="322"/>
            <ac:spMk id="10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0T19:09:09.183" v="1715" actId="20577"/>
          <ac:spMkLst>
            <pc:docMk/>
            <pc:sldMk cId="963999812" sldId="322"/>
            <ac:spMk id="11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9:49.633" v="2627" actId="255"/>
          <ac:spMkLst>
            <pc:docMk/>
            <pc:sldMk cId="963999812" sldId="322"/>
            <ac:spMk id="12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0T19:10:48.077" v="1823" actId="1076"/>
          <ac:spMkLst>
            <pc:docMk/>
            <pc:sldMk cId="963999812" sldId="322"/>
            <ac:spMk id="22" creationId="{00000000-0000-0000-0000-000000000000}"/>
          </ac:spMkLst>
        </pc:spChg>
        <pc:picChg chg="del">
          <ac:chgData name="Criado, Fabio (F)" userId="49021d92-5142-4108-8eb8-012bc1a416bd" providerId="ADAL" clId="{F155FFEF-6F27-4179-A57A-28D674467182}" dt="2021-09-20T18:52:47.099" v="1051" actId="478"/>
          <ac:picMkLst>
            <pc:docMk/>
            <pc:sldMk cId="963999812" sldId="322"/>
            <ac:picMk id="24" creationId="{6D028711-FE61-4D88-9189-2241BAC2421B}"/>
          </ac:picMkLst>
        </pc:picChg>
        <pc:picChg chg="add mod modCrop">
          <ac:chgData name="Criado, Fabio (F)" userId="49021d92-5142-4108-8eb8-012bc1a416bd" providerId="ADAL" clId="{F155FFEF-6F27-4179-A57A-28D674467182}" dt="2021-09-20T19:18:46.672" v="1831" actId="14100"/>
          <ac:picMkLst>
            <pc:docMk/>
            <pc:sldMk cId="963999812" sldId="322"/>
            <ac:picMk id="25" creationId="{940CF6F9-FAA6-4612-8DB4-BD8862290FF2}"/>
          </ac:picMkLst>
        </pc:picChg>
        <pc:picChg chg="add mod">
          <ac:chgData name="Criado, Fabio (F)" userId="49021d92-5142-4108-8eb8-012bc1a416bd" providerId="ADAL" clId="{F155FFEF-6F27-4179-A57A-28D674467182}" dt="2021-09-20T19:18:52.399" v="1833" actId="1076"/>
          <ac:picMkLst>
            <pc:docMk/>
            <pc:sldMk cId="963999812" sldId="322"/>
            <ac:picMk id="28" creationId="{9EC0769C-392E-4D53-903D-8D21C73E9DCF}"/>
          </ac:picMkLst>
        </pc:picChg>
        <pc:picChg chg="add mod">
          <ac:chgData name="Criado, Fabio (F)" userId="49021d92-5142-4108-8eb8-012bc1a416bd" providerId="ADAL" clId="{F155FFEF-6F27-4179-A57A-28D674467182}" dt="2021-09-20T19:18:49.282" v="1832" actId="1076"/>
          <ac:picMkLst>
            <pc:docMk/>
            <pc:sldMk cId="963999812" sldId="322"/>
            <ac:picMk id="29" creationId="{7F74E6B7-9977-42D7-AD95-298D23CE16B5}"/>
          </ac:picMkLst>
        </pc:picChg>
        <pc:picChg chg="del">
          <ac:chgData name="Criado, Fabio (F)" userId="49021d92-5142-4108-8eb8-012bc1a416bd" providerId="ADAL" clId="{F155FFEF-6F27-4179-A57A-28D674467182}" dt="2021-09-20T18:52:46.420" v="1050" actId="478"/>
          <ac:picMkLst>
            <pc:docMk/>
            <pc:sldMk cId="963999812" sldId="322"/>
            <ac:picMk id="32" creationId="{1293569B-A867-45A8-9D12-1038FBB62C53}"/>
          </ac:picMkLst>
        </pc:picChg>
        <pc:picChg chg="del">
          <ac:chgData name="Criado, Fabio (F)" userId="49021d92-5142-4108-8eb8-012bc1a416bd" providerId="ADAL" clId="{F155FFEF-6F27-4179-A57A-28D674467182}" dt="2021-09-20T18:52:45.717" v="1049" actId="478"/>
          <ac:picMkLst>
            <pc:docMk/>
            <pc:sldMk cId="963999812" sldId="322"/>
            <ac:picMk id="33" creationId="{BD0D8CF3-F2D3-4825-A38A-221C9D77CBA2}"/>
          </ac:picMkLst>
        </pc:picChg>
      </pc:sldChg>
      <pc:sldChg chg="addSp delSp modSp add mod">
        <pc:chgData name="Criado, Fabio (F)" userId="49021d92-5142-4108-8eb8-012bc1a416bd" providerId="ADAL" clId="{F155FFEF-6F27-4179-A57A-28D674467182}" dt="2021-09-21T18:57:07.491" v="2603" actId="313"/>
        <pc:sldMkLst>
          <pc:docMk/>
          <pc:sldMk cId="1064551550" sldId="323"/>
        </pc:sldMkLst>
        <pc:spChg chg="add mod">
          <ac:chgData name="Criado, Fabio (F)" userId="49021d92-5142-4108-8eb8-012bc1a416bd" providerId="ADAL" clId="{F155FFEF-6F27-4179-A57A-28D674467182}" dt="2021-09-21T18:54:12.223" v="2206" actId="20577"/>
          <ac:spMkLst>
            <pc:docMk/>
            <pc:sldMk cId="1064551550" sldId="323"/>
            <ac:spMk id="3" creationId="{1C92E0D8-166C-4D82-A72E-C4828DB27FA5}"/>
          </ac:spMkLst>
        </pc:spChg>
        <pc:spChg chg="mod">
          <ac:chgData name="Criado, Fabio (F)" userId="49021d92-5142-4108-8eb8-012bc1a416bd" providerId="ADAL" clId="{F155FFEF-6F27-4179-A57A-28D674467182}" dt="2021-09-21T18:40:31.757" v="2000" actId="1036"/>
          <ac:spMkLst>
            <pc:docMk/>
            <pc:sldMk cId="1064551550" sldId="323"/>
            <ac:spMk id="7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15:22.886" v="1936" actId="1076"/>
          <ac:spMkLst>
            <pc:docMk/>
            <pc:sldMk cId="1064551550" sldId="323"/>
            <ac:spMk id="10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7:07.491" v="2603" actId="313"/>
          <ac:spMkLst>
            <pc:docMk/>
            <pc:sldMk cId="1064551550" sldId="323"/>
            <ac:spMk id="11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6:06.999" v="2413" actId="20577"/>
          <ac:spMkLst>
            <pc:docMk/>
            <pc:sldMk cId="1064551550" sldId="323"/>
            <ac:spMk id="12" creationId="{00000000-0000-0000-0000-000000000000}"/>
          </ac:spMkLst>
        </pc:spChg>
        <pc:spChg chg="mod">
          <ac:chgData name="Criado, Fabio (F)" userId="49021d92-5142-4108-8eb8-012bc1a416bd" providerId="ADAL" clId="{F155FFEF-6F27-4179-A57A-28D674467182}" dt="2021-09-21T18:53:42.219" v="2162" actId="20577"/>
          <ac:spMkLst>
            <pc:docMk/>
            <pc:sldMk cId="1064551550" sldId="323"/>
            <ac:spMk id="22" creationId="{00000000-0000-0000-0000-000000000000}"/>
          </ac:spMkLst>
        </pc:spChg>
        <pc:picChg chg="add mod">
          <ac:chgData name="Criado, Fabio (F)" userId="49021d92-5142-4108-8eb8-012bc1a416bd" providerId="ADAL" clId="{F155FFEF-6F27-4179-A57A-28D674467182}" dt="2021-09-21T18:53:51.995" v="2165" actId="14100"/>
          <ac:picMkLst>
            <pc:docMk/>
            <pc:sldMk cId="1064551550" sldId="323"/>
            <ac:picMk id="19" creationId="{60F12E3C-0FDF-4CDA-949C-AB1DC85513B2}"/>
          </ac:picMkLst>
        </pc:picChg>
        <pc:picChg chg="add del mod">
          <ac:chgData name="Criado, Fabio (F)" userId="49021d92-5142-4108-8eb8-012bc1a416bd" providerId="ADAL" clId="{F155FFEF-6F27-4179-A57A-28D674467182}" dt="2021-09-21T18:40:17.445" v="1995" actId="478"/>
          <ac:picMkLst>
            <pc:docMk/>
            <pc:sldMk cId="1064551550" sldId="323"/>
            <ac:picMk id="1026" creationId="{9988C345-987E-4D4C-BB80-2CD70226CC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67CBC-DA6B-4A93-A886-AAB19C7ED43C}" type="datetimeFigureOut">
              <a:rPr lang="es-AR" smtClean="0"/>
              <a:t>15/9/2025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F4526-AC1A-4C8D-A8E7-9678555128C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9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4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19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62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3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1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5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5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87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47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2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492E-737C-4DD5-B009-0B26888161D8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04271-FB2A-48A6-AE22-C31A0D06AAE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MSIPCMContentMarking" descr="{&quot;HashCode&quot;:-522956323,&quot;Placement&quot;:&quot;Footer&quot;,&quot;Top&quot;:384.343,&quot;Left&quot;:314.047333,&quot;SlideWidth&quot;:720,&quot;SlideHeight&quot;:405}">
            <a:extLst>
              <a:ext uri="{FF2B5EF4-FFF2-40B4-BE49-F238E27FC236}">
                <a16:creationId xmlns:a16="http://schemas.microsoft.com/office/drawing/2014/main" id="{1A356BCD-A788-4E21-AE35-9FD86AE6FAC1}"/>
              </a:ext>
            </a:extLst>
          </p:cNvPr>
          <p:cNvSpPr txBox="1"/>
          <p:nvPr userDrawn="1"/>
        </p:nvSpPr>
        <p:spPr>
          <a:xfrm>
            <a:off x="3988401" y="4881156"/>
            <a:ext cx="1167199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944847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0" y="-62057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ALERTA DE HSEQ</a:t>
            </a:r>
          </a:p>
          <a:p>
            <a:pPr algn="ctr"/>
            <a:r>
              <a:rPr lang="es-A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Título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4350"/>
            <a:ext cx="9144001" cy="2053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2571750"/>
            <a:ext cx="4572000" cy="220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chemeClr val="tx1"/>
                </a:solidFill>
              </a:rPr>
              <a:t>Incluir aquellos eviten la repetición, considerando las causas inmediatas.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571750"/>
            <a:ext cx="4572000" cy="220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300" dirty="0">
                <a:solidFill>
                  <a:schemeClr val="tx1"/>
                </a:solidFill>
              </a:rPr>
              <a:t>Incluir acciones concretas para evitar la repetición y reforzar los controles.</a:t>
            </a:r>
            <a:endParaRPr lang="es-ES" sz="1300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3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13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4781448"/>
            <a:ext cx="9144000" cy="3620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TextBox 21"/>
          <p:cNvSpPr txBox="1"/>
          <p:nvPr/>
        </p:nvSpPr>
        <p:spPr>
          <a:xfrm>
            <a:off x="188503" y="4798036"/>
            <a:ext cx="8726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i="1" dirty="0">
                <a:solidFill>
                  <a:srgbClr val="00568F"/>
                </a:solidFill>
              </a:rPr>
              <a:t>Recomendación general que contribuya a evitar el incidente del título</a:t>
            </a:r>
            <a:endParaRPr lang="es-AR" sz="1600" i="1" dirty="0">
              <a:solidFill>
                <a:srgbClr val="00568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75539" y="51435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dirty="0"/>
              <a:t>¿Qué sucedió?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2582422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dirty="0"/>
              <a:t>Aprendizajes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9700" y="2561107"/>
            <a:ext cx="327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dirty="0"/>
              <a:t>¿Qué puede hacer usted desde su rol?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10"/>
            <a:ext cx="914400" cy="49177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572000" y="742950"/>
            <a:ext cx="4572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/>
              <a:t>Describir fecha, hora, lugar y detalle.</a:t>
            </a: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844EBD-6F80-9188-14DE-695DF0CF3EB5}"/>
              </a:ext>
            </a:extLst>
          </p:cNvPr>
          <p:cNvSpPr txBox="1"/>
          <p:nvPr/>
        </p:nvSpPr>
        <p:spPr>
          <a:xfrm>
            <a:off x="8140337" y="382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PGSN10-F4</a:t>
            </a:r>
          </a:p>
          <a:p>
            <a:r>
              <a:rPr lang="es-ES" sz="1100" dirty="0"/>
              <a:t>Rev.00 Sep.25</a:t>
            </a:r>
            <a:endParaRPr lang="es-AR" sz="11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A75E3BC-D043-5EF1-77E9-26FB673C458E}"/>
              </a:ext>
            </a:extLst>
          </p:cNvPr>
          <p:cNvSpPr txBox="1"/>
          <p:nvPr/>
        </p:nvSpPr>
        <p:spPr>
          <a:xfrm>
            <a:off x="0" y="622529"/>
            <a:ext cx="4572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/>
              <a:t>Incorporar fotos o imágenes.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78902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24376</TotalTime>
  <Words>72</Words>
  <Application>Microsoft Office PowerPoint</Application>
  <PresentationFormat>Presentación en pantalla (16:9)</PresentationFormat>
  <Paragraphs>18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Cisneros</dc:creator>
  <cp:lastModifiedBy>Ariel Costallat</cp:lastModifiedBy>
  <cp:revision>272</cp:revision>
  <dcterms:created xsi:type="dcterms:W3CDTF">2019-07-24T12:20:50Z</dcterms:created>
  <dcterms:modified xsi:type="dcterms:W3CDTF">2025-09-15T14:55:15Z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ac0ad3-18d9-49e9-a80d-c985041778ba_Enabled">
    <vt:lpwstr>true</vt:lpwstr>
  </property>
  <property fmtid="{D5CDD505-2E9C-101B-9397-08002B2CF9AE}" pid="3" name="MSIP_Label_3aac0ad3-18d9-49e9-a80d-c985041778ba_SetDate">
    <vt:lpwstr>2021-09-13T04:29:37Z</vt:lpwstr>
  </property>
  <property fmtid="{D5CDD505-2E9C-101B-9397-08002B2CF9AE}" pid="4" name="MSIP_Label_3aac0ad3-18d9-49e9-a80d-c985041778ba_Method">
    <vt:lpwstr>Standard</vt:lpwstr>
  </property>
  <property fmtid="{D5CDD505-2E9C-101B-9397-08002B2CF9AE}" pid="5" name="MSIP_Label_3aac0ad3-18d9-49e9-a80d-c985041778ba_Name">
    <vt:lpwstr>General Business</vt:lpwstr>
  </property>
  <property fmtid="{D5CDD505-2E9C-101B-9397-08002B2CF9AE}" pid="6" name="MSIP_Label_3aac0ad3-18d9-49e9-a80d-c985041778ba_SiteId">
    <vt:lpwstr>c3e32f53-cb7f-4809-968d-1cc4ccc785fe</vt:lpwstr>
  </property>
  <property fmtid="{D5CDD505-2E9C-101B-9397-08002B2CF9AE}" pid="7" name="MSIP_Label_3aac0ad3-18d9-49e9-a80d-c985041778ba_ActionId">
    <vt:lpwstr>7da06cff-b9c9-41d5-a104-a17540e93014</vt:lpwstr>
  </property>
  <property fmtid="{D5CDD505-2E9C-101B-9397-08002B2CF9AE}" pid="8" name="MSIP_Label_3aac0ad3-18d9-49e9-a80d-c985041778ba_ContentBits">
    <vt:lpwstr>2</vt:lpwstr>
  </property>
</Properties>
</file>