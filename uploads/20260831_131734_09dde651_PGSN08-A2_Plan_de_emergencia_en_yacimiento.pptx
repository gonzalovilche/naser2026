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3"/>
  </p:notesMasterIdLst>
  <p:sldIdLst>
    <p:sldId id="256" r:id="rId2"/>
  </p:sldIdLst>
  <p:sldSz cx="32399288" cy="16200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03" userDrawn="1">
          <p15:clr>
            <a:srgbClr val="A4A3A4"/>
          </p15:clr>
        </p15:guide>
        <p15:guide id="2" pos="102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258" y="60"/>
      </p:cViewPr>
      <p:guideLst>
        <p:guide orient="horz" pos="5103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277AB-13A5-4EAF-9247-3139D2502C0B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44488" y="1143000"/>
            <a:ext cx="6169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A75642-0A20-4C93-B7E8-0A1A892FC86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8362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A75642-0A20-4C93-B7E8-0A1A892FC865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7897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9911" y="2651323"/>
            <a:ext cx="24299466" cy="5640152"/>
          </a:xfrm>
        </p:spPr>
        <p:txBody>
          <a:bodyPr anchor="b"/>
          <a:lstStyle>
            <a:lvl1pPr algn="ctr">
              <a:defRPr sz="1417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8508981"/>
            <a:ext cx="24299466" cy="3911355"/>
          </a:xfrm>
        </p:spPr>
        <p:txBody>
          <a:bodyPr/>
          <a:lstStyle>
            <a:lvl1pPr marL="0" indent="0" algn="ctr">
              <a:buNone/>
              <a:defRPr sz="5670"/>
            </a:lvl1pPr>
            <a:lvl2pPr marL="1080044" indent="0" algn="ctr">
              <a:buNone/>
              <a:defRPr sz="4725"/>
            </a:lvl2pPr>
            <a:lvl3pPr marL="2160087" indent="0" algn="ctr">
              <a:buNone/>
              <a:defRPr sz="4252"/>
            </a:lvl3pPr>
            <a:lvl4pPr marL="3240131" indent="0" algn="ctr">
              <a:buNone/>
              <a:defRPr sz="3780"/>
            </a:lvl4pPr>
            <a:lvl5pPr marL="4320174" indent="0" algn="ctr">
              <a:buNone/>
              <a:defRPr sz="3780"/>
            </a:lvl5pPr>
            <a:lvl6pPr marL="5400218" indent="0" algn="ctr">
              <a:buNone/>
              <a:defRPr sz="3780"/>
            </a:lvl6pPr>
            <a:lvl7pPr marL="6480261" indent="0" algn="ctr">
              <a:buNone/>
              <a:defRPr sz="3780"/>
            </a:lvl7pPr>
            <a:lvl8pPr marL="7560305" indent="0" algn="ctr">
              <a:buNone/>
              <a:defRPr sz="3780"/>
            </a:lvl8pPr>
            <a:lvl9pPr marL="8640348" indent="0" algn="ctr">
              <a:buNone/>
              <a:defRPr sz="378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5874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646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6" y="4038862"/>
            <a:ext cx="27944386" cy="6738931"/>
          </a:xfrm>
        </p:spPr>
        <p:txBody>
          <a:bodyPr anchor="b"/>
          <a:lstStyle>
            <a:lvl1pPr>
              <a:defRPr sz="1417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6" y="10841545"/>
            <a:ext cx="27944386" cy="3543845"/>
          </a:xfrm>
        </p:spPr>
        <p:txBody>
          <a:bodyPr/>
          <a:lstStyle>
            <a:lvl1pPr marL="0" indent="0">
              <a:buNone/>
              <a:defRPr sz="5670">
                <a:solidFill>
                  <a:schemeClr val="tx1">
                    <a:tint val="82000"/>
                  </a:schemeClr>
                </a:solidFill>
              </a:defRPr>
            </a:lvl1pPr>
            <a:lvl2pPr marL="1080044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2pPr>
            <a:lvl3pPr marL="2160087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4013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2017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400218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8026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6030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40348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4144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4312617"/>
            <a:ext cx="13769697" cy="102790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4312617"/>
            <a:ext cx="13769697" cy="102790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0202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862524"/>
            <a:ext cx="27944386" cy="31313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2" y="3971359"/>
            <a:ext cx="13706416" cy="1946301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044" indent="0">
              <a:buNone/>
              <a:defRPr sz="4725" b="1"/>
            </a:lvl2pPr>
            <a:lvl3pPr marL="2160087" indent="0">
              <a:buNone/>
              <a:defRPr sz="4252" b="1"/>
            </a:lvl3pPr>
            <a:lvl4pPr marL="3240131" indent="0">
              <a:buNone/>
              <a:defRPr sz="3780" b="1"/>
            </a:lvl4pPr>
            <a:lvl5pPr marL="4320174" indent="0">
              <a:buNone/>
              <a:defRPr sz="3780" b="1"/>
            </a:lvl5pPr>
            <a:lvl6pPr marL="5400218" indent="0">
              <a:buNone/>
              <a:defRPr sz="3780" b="1"/>
            </a:lvl6pPr>
            <a:lvl7pPr marL="6480261" indent="0">
              <a:buNone/>
              <a:defRPr sz="3780" b="1"/>
            </a:lvl7pPr>
            <a:lvl8pPr marL="7560305" indent="0">
              <a:buNone/>
              <a:defRPr sz="3780" b="1"/>
            </a:lvl8pPr>
            <a:lvl9pPr marL="8640348" indent="0">
              <a:buNone/>
              <a:defRPr sz="378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2" y="5917660"/>
            <a:ext cx="13706416" cy="87039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0" y="3971359"/>
            <a:ext cx="13773917" cy="1946301"/>
          </a:xfrm>
        </p:spPr>
        <p:txBody>
          <a:bodyPr anchor="b"/>
          <a:lstStyle>
            <a:lvl1pPr marL="0" indent="0">
              <a:buNone/>
              <a:defRPr sz="5670" b="1"/>
            </a:lvl1pPr>
            <a:lvl2pPr marL="1080044" indent="0">
              <a:buNone/>
              <a:defRPr sz="4725" b="1"/>
            </a:lvl2pPr>
            <a:lvl3pPr marL="2160087" indent="0">
              <a:buNone/>
              <a:defRPr sz="4252" b="1"/>
            </a:lvl3pPr>
            <a:lvl4pPr marL="3240131" indent="0">
              <a:buNone/>
              <a:defRPr sz="3780" b="1"/>
            </a:lvl4pPr>
            <a:lvl5pPr marL="4320174" indent="0">
              <a:buNone/>
              <a:defRPr sz="3780" b="1"/>
            </a:lvl5pPr>
            <a:lvl6pPr marL="5400218" indent="0">
              <a:buNone/>
              <a:defRPr sz="3780" b="1"/>
            </a:lvl6pPr>
            <a:lvl7pPr marL="6480261" indent="0">
              <a:buNone/>
              <a:defRPr sz="3780" b="1"/>
            </a:lvl7pPr>
            <a:lvl8pPr marL="7560305" indent="0">
              <a:buNone/>
              <a:defRPr sz="3780" b="1"/>
            </a:lvl8pPr>
            <a:lvl9pPr marL="8640348" indent="0">
              <a:buNone/>
              <a:defRPr sz="378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0" y="5917660"/>
            <a:ext cx="13773917" cy="87039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935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1106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0681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2" y="1080029"/>
            <a:ext cx="10449613" cy="3780102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2332564"/>
            <a:ext cx="16402140" cy="11512811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70"/>
            </a:lvl3pPr>
            <a:lvl4pPr>
              <a:defRPr sz="4725"/>
            </a:lvl4pPr>
            <a:lvl5pPr>
              <a:defRPr sz="4725"/>
            </a:lvl5pPr>
            <a:lvl6pPr>
              <a:defRPr sz="4725"/>
            </a:lvl6pPr>
            <a:lvl7pPr>
              <a:defRPr sz="4725"/>
            </a:lvl7pPr>
            <a:lvl8pPr>
              <a:defRPr sz="4725"/>
            </a:lvl8pPr>
            <a:lvl9pPr>
              <a:defRPr sz="47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2" y="4860131"/>
            <a:ext cx="10449613" cy="9003995"/>
          </a:xfrm>
        </p:spPr>
        <p:txBody>
          <a:bodyPr/>
          <a:lstStyle>
            <a:lvl1pPr marL="0" indent="0">
              <a:buNone/>
              <a:defRPr sz="3780"/>
            </a:lvl1pPr>
            <a:lvl2pPr marL="1080044" indent="0">
              <a:buNone/>
              <a:defRPr sz="3307"/>
            </a:lvl2pPr>
            <a:lvl3pPr marL="2160087" indent="0">
              <a:buNone/>
              <a:defRPr sz="2835"/>
            </a:lvl3pPr>
            <a:lvl4pPr marL="3240131" indent="0">
              <a:buNone/>
              <a:defRPr sz="2362"/>
            </a:lvl4pPr>
            <a:lvl5pPr marL="4320174" indent="0">
              <a:buNone/>
              <a:defRPr sz="2362"/>
            </a:lvl5pPr>
            <a:lvl6pPr marL="5400218" indent="0">
              <a:buNone/>
              <a:defRPr sz="2362"/>
            </a:lvl6pPr>
            <a:lvl7pPr marL="6480261" indent="0">
              <a:buNone/>
              <a:defRPr sz="2362"/>
            </a:lvl7pPr>
            <a:lvl8pPr marL="7560305" indent="0">
              <a:buNone/>
              <a:defRPr sz="2362"/>
            </a:lvl8pPr>
            <a:lvl9pPr marL="8640348" indent="0">
              <a:buNone/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518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2" y="1080029"/>
            <a:ext cx="10449613" cy="3780102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2332564"/>
            <a:ext cx="16402140" cy="11512811"/>
          </a:xfrm>
        </p:spPr>
        <p:txBody>
          <a:bodyPr anchor="t"/>
          <a:lstStyle>
            <a:lvl1pPr marL="0" indent="0">
              <a:buNone/>
              <a:defRPr sz="7559"/>
            </a:lvl1pPr>
            <a:lvl2pPr marL="1080044" indent="0">
              <a:buNone/>
              <a:defRPr sz="6614"/>
            </a:lvl2pPr>
            <a:lvl3pPr marL="2160087" indent="0">
              <a:buNone/>
              <a:defRPr sz="5670"/>
            </a:lvl3pPr>
            <a:lvl4pPr marL="3240131" indent="0">
              <a:buNone/>
              <a:defRPr sz="4725"/>
            </a:lvl4pPr>
            <a:lvl5pPr marL="4320174" indent="0">
              <a:buNone/>
              <a:defRPr sz="4725"/>
            </a:lvl5pPr>
            <a:lvl6pPr marL="5400218" indent="0">
              <a:buNone/>
              <a:defRPr sz="4725"/>
            </a:lvl6pPr>
            <a:lvl7pPr marL="6480261" indent="0">
              <a:buNone/>
              <a:defRPr sz="4725"/>
            </a:lvl7pPr>
            <a:lvl8pPr marL="7560305" indent="0">
              <a:buNone/>
              <a:defRPr sz="4725"/>
            </a:lvl8pPr>
            <a:lvl9pPr marL="8640348" indent="0">
              <a:buNone/>
              <a:defRPr sz="472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2" y="4860131"/>
            <a:ext cx="10449613" cy="9003995"/>
          </a:xfrm>
        </p:spPr>
        <p:txBody>
          <a:bodyPr/>
          <a:lstStyle>
            <a:lvl1pPr marL="0" indent="0">
              <a:buNone/>
              <a:defRPr sz="3780"/>
            </a:lvl1pPr>
            <a:lvl2pPr marL="1080044" indent="0">
              <a:buNone/>
              <a:defRPr sz="3307"/>
            </a:lvl2pPr>
            <a:lvl3pPr marL="2160087" indent="0">
              <a:buNone/>
              <a:defRPr sz="2835"/>
            </a:lvl3pPr>
            <a:lvl4pPr marL="3240131" indent="0">
              <a:buNone/>
              <a:defRPr sz="2362"/>
            </a:lvl4pPr>
            <a:lvl5pPr marL="4320174" indent="0">
              <a:buNone/>
              <a:defRPr sz="2362"/>
            </a:lvl5pPr>
            <a:lvl6pPr marL="5400218" indent="0">
              <a:buNone/>
              <a:defRPr sz="2362"/>
            </a:lvl6pPr>
            <a:lvl7pPr marL="6480261" indent="0">
              <a:buNone/>
              <a:defRPr sz="2362"/>
            </a:lvl7pPr>
            <a:lvl8pPr marL="7560305" indent="0">
              <a:buNone/>
              <a:defRPr sz="2362"/>
            </a:lvl8pPr>
            <a:lvl9pPr marL="8640348" indent="0">
              <a:buNone/>
              <a:defRPr sz="23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409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196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1" y="862524"/>
            <a:ext cx="6986096" cy="1372912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1" y="862524"/>
            <a:ext cx="20553298" cy="1372912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456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862524"/>
            <a:ext cx="27944386" cy="3131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4312617"/>
            <a:ext cx="27944386" cy="10279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15015407"/>
            <a:ext cx="7289840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08808-69FF-495A-9414-B18C0A02F607}" type="datetimeFigureOut">
              <a:rPr lang="es-AR" smtClean="0"/>
              <a:t>14/10/2025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15015407"/>
            <a:ext cx="10934760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15015407"/>
            <a:ext cx="7289840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E3FBF4-A4B9-412F-8047-1EADBD9923C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0997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2160087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022" indent="-540022" algn="l" defTabSz="2160087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20065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700109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780152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60196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40240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20283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100327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80370" indent="-540022" algn="l" defTabSz="2160087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80044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60087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40131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20174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400218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80261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60305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40348" algn="l" defTabSz="2160087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terminador 3">
            <a:extLst>
              <a:ext uri="{FF2B5EF4-FFF2-40B4-BE49-F238E27FC236}">
                <a16:creationId xmlns:a16="http://schemas.microsoft.com/office/drawing/2014/main" id="{F40D89AB-3B23-CF2C-620A-6EE01842B379}"/>
              </a:ext>
            </a:extLst>
          </p:cNvPr>
          <p:cNvSpPr/>
          <p:nvPr/>
        </p:nvSpPr>
        <p:spPr>
          <a:xfrm>
            <a:off x="14664621" y="1488562"/>
            <a:ext cx="3891093" cy="1274497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OBSERVADOR INICIAL</a:t>
            </a:r>
          </a:p>
          <a:p>
            <a:pPr algn="ctr"/>
            <a:r>
              <a:rPr lang="es-ES" sz="2800" dirty="0"/>
              <a:t>Analiza la situación </a:t>
            </a:r>
          </a:p>
        </p:txBody>
      </p:sp>
      <p:sp>
        <p:nvSpPr>
          <p:cNvPr id="5" name="Rombo 4">
            <a:extLst>
              <a:ext uri="{FF2B5EF4-FFF2-40B4-BE49-F238E27FC236}">
                <a16:creationId xmlns:a16="http://schemas.microsoft.com/office/drawing/2014/main" id="{5B659949-E669-3B46-7D6B-C9354B9150F9}"/>
              </a:ext>
            </a:extLst>
          </p:cNvPr>
          <p:cNvSpPr/>
          <p:nvPr/>
        </p:nvSpPr>
        <p:spPr>
          <a:xfrm>
            <a:off x="1941949" y="9032222"/>
            <a:ext cx="3562552" cy="2884396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¿Es un principio de incendio?</a:t>
            </a:r>
            <a:endParaRPr lang="es-AR" sz="2800" dirty="0">
              <a:solidFill>
                <a:schemeClr val="tx1"/>
              </a:solidFill>
            </a:endParaRPr>
          </a:p>
        </p:txBody>
      </p:sp>
      <p:sp>
        <p:nvSpPr>
          <p:cNvPr id="6" name="Diagrama de flujo: terminador 5">
            <a:extLst>
              <a:ext uri="{FF2B5EF4-FFF2-40B4-BE49-F238E27FC236}">
                <a16:creationId xmlns:a16="http://schemas.microsoft.com/office/drawing/2014/main" id="{BF715EFB-BE83-3B94-8387-C715DFF349CF}"/>
              </a:ext>
            </a:extLst>
          </p:cNvPr>
          <p:cNvSpPr/>
          <p:nvPr/>
        </p:nvSpPr>
        <p:spPr>
          <a:xfrm>
            <a:off x="2157616" y="12650988"/>
            <a:ext cx="3122615" cy="1230422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Evacuar al punto de reunión 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DAEC815-5C3B-8079-77D3-9626D148B92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3718924" y="11916618"/>
            <a:ext cx="4301" cy="734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grama de flujo: proceso 12">
            <a:extLst>
              <a:ext uri="{FF2B5EF4-FFF2-40B4-BE49-F238E27FC236}">
                <a16:creationId xmlns:a16="http://schemas.microsoft.com/office/drawing/2014/main" id="{6319D19F-6AEC-1682-5014-5AD4BEDABC12}"/>
              </a:ext>
            </a:extLst>
          </p:cNvPr>
          <p:cNvSpPr/>
          <p:nvPr/>
        </p:nvSpPr>
        <p:spPr>
          <a:xfrm>
            <a:off x="1787212" y="5731223"/>
            <a:ext cx="3872027" cy="288439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400" dirty="0">
              <a:solidFill>
                <a:schemeClr val="tx1"/>
              </a:solidFill>
            </a:endParaRPr>
          </a:p>
          <a:p>
            <a:pPr algn="ctr"/>
            <a:endParaRPr lang="es-ES" sz="1400" dirty="0">
              <a:solidFill>
                <a:schemeClr val="tx1"/>
              </a:solidFill>
            </a:endParaRP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Dar aviso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COE </a:t>
            </a:r>
            <a:r>
              <a:rPr lang="es-ES" sz="2800" dirty="0">
                <a:solidFill>
                  <a:srgbClr val="FF0000"/>
                </a:solidFill>
              </a:rPr>
              <a:t>45100/(299)4375100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Supervisor </a:t>
            </a:r>
            <a:br>
              <a:rPr lang="es-ES" sz="2800" dirty="0">
                <a:solidFill>
                  <a:schemeClr val="tx1"/>
                </a:solidFill>
              </a:rPr>
            </a:br>
            <a:r>
              <a:rPr lang="es-ES" sz="2800" dirty="0">
                <a:solidFill>
                  <a:schemeClr val="tx1"/>
                </a:solidFill>
              </a:rPr>
              <a:t>(299)5284153  </a:t>
            </a:r>
            <a:br>
              <a:rPr lang="es-ES" sz="2800" dirty="0">
                <a:solidFill>
                  <a:schemeClr val="tx1"/>
                </a:solidFill>
              </a:rPr>
            </a:br>
            <a:r>
              <a:rPr lang="es-ES" sz="2800" dirty="0">
                <a:solidFill>
                  <a:schemeClr val="tx1"/>
                </a:solidFill>
              </a:rPr>
              <a:t>(299)6563675</a:t>
            </a:r>
            <a:br>
              <a:rPr lang="es-ES" sz="1400" dirty="0">
                <a:solidFill>
                  <a:schemeClr val="tx1"/>
                </a:solidFill>
              </a:rPr>
            </a:br>
            <a:r>
              <a:rPr lang="es-ES" sz="3200" dirty="0">
                <a:solidFill>
                  <a:schemeClr val="tx1"/>
                </a:solidFill>
              </a:rPr>
              <a:t> </a:t>
            </a:r>
            <a:endParaRPr lang="es-AR" sz="3200" dirty="0">
              <a:solidFill>
                <a:schemeClr val="tx1"/>
              </a:solidFill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6E997AE7-820C-6126-78ED-05F4FEE8D551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flipH="1">
            <a:off x="3723225" y="8615619"/>
            <a:ext cx="1" cy="416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iagrama de flujo: terminador 15">
            <a:extLst>
              <a:ext uri="{FF2B5EF4-FFF2-40B4-BE49-F238E27FC236}">
                <a16:creationId xmlns:a16="http://schemas.microsoft.com/office/drawing/2014/main" id="{F71EC427-C8D1-0394-7D1A-2039E123D40C}"/>
              </a:ext>
            </a:extLst>
          </p:cNvPr>
          <p:cNvSpPr/>
          <p:nvPr/>
        </p:nvSpPr>
        <p:spPr>
          <a:xfrm>
            <a:off x="5975748" y="9828611"/>
            <a:ext cx="3089790" cy="1291617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Utilizar el extintor mas cercano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116338E5-FDFB-A435-3188-65200CEA49EC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>
            <a:off x="5504501" y="10474420"/>
            <a:ext cx="4712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iagrama de flujo: proceso 18">
            <a:extLst>
              <a:ext uri="{FF2B5EF4-FFF2-40B4-BE49-F238E27FC236}">
                <a16:creationId xmlns:a16="http://schemas.microsoft.com/office/drawing/2014/main" id="{2DC64C45-F3B8-4C6B-0C84-FF12720F69ED}"/>
              </a:ext>
            </a:extLst>
          </p:cNvPr>
          <p:cNvSpPr/>
          <p:nvPr/>
        </p:nvSpPr>
        <p:spPr>
          <a:xfrm>
            <a:off x="2537036" y="4331538"/>
            <a:ext cx="2372380" cy="1111609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Se detecta fuego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E701516B-8493-5270-1A52-ECC812F90882}"/>
              </a:ext>
            </a:extLst>
          </p:cNvPr>
          <p:cNvCxnSpPr>
            <a:cxnSpLocks/>
            <a:stCxn id="19" idx="2"/>
            <a:endCxn id="13" idx="0"/>
          </p:cNvCxnSpPr>
          <p:nvPr/>
        </p:nvCxnSpPr>
        <p:spPr>
          <a:xfrm>
            <a:off x="3723226" y="5443147"/>
            <a:ext cx="0" cy="288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Diagrama de flujo: terminador 22">
            <a:extLst>
              <a:ext uri="{FF2B5EF4-FFF2-40B4-BE49-F238E27FC236}">
                <a16:creationId xmlns:a16="http://schemas.microsoft.com/office/drawing/2014/main" id="{A7A39F34-A888-CA33-8D9F-547960D8AEB1}"/>
              </a:ext>
            </a:extLst>
          </p:cNvPr>
          <p:cNvSpPr/>
          <p:nvPr/>
        </p:nvSpPr>
        <p:spPr>
          <a:xfrm>
            <a:off x="2453493" y="3149828"/>
            <a:ext cx="2539467" cy="863286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Incendio</a:t>
            </a:r>
            <a:endParaRPr lang="es-AR" sz="1600" dirty="0">
              <a:solidFill>
                <a:schemeClr val="tx1"/>
              </a:solidFill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B66F1A62-8814-7BF4-487A-6B6204086A9F}"/>
              </a:ext>
            </a:extLst>
          </p:cNvPr>
          <p:cNvCxnSpPr>
            <a:cxnSpLocks/>
            <a:stCxn id="23" idx="2"/>
            <a:endCxn id="19" idx="0"/>
          </p:cNvCxnSpPr>
          <p:nvPr/>
        </p:nvCxnSpPr>
        <p:spPr>
          <a:xfrm flipH="1">
            <a:off x="3723226" y="4013114"/>
            <a:ext cx="1" cy="318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7383837-FC7D-9D75-01CB-24A6D7D45703}"/>
              </a:ext>
            </a:extLst>
          </p:cNvPr>
          <p:cNvSpPr txBox="1"/>
          <p:nvPr/>
        </p:nvSpPr>
        <p:spPr>
          <a:xfrm>
            <a:off x="3748451" y="12027658"/>
            <a:ext cx="73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No</a:t>
            </a:r>
            <a:endParaRPr lang="es-AR" sz="2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EC84C9B-1034-F702-D8E2-AE38D71ACEB2}"/>
              </a:ext>
            </a:extLst>
          </p:cNvPr>
          <p:cNvSpPr txBox="1"/>
          <p:nvPr/>
        </p:nvSpPr>
        <p:spPr>
          <a:xfrm>
            <a:off x="5613714" y="10013476"/>
            <a:ext cx="649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Si</a:t>
            </a:r>
            <a:endParaRPr lang="es-AR" sz="1400" dirty="0"/>
          </a:p>
        </p:txBody>
      </p:sp>
      <p:sp>
        <p:nvSpPr>
          <p:cNvPr id="42" name="Rombo 41">
            <a:extLst>
              <a:ext uri="{FF2B5EF4-FFF2-40B4-BE49-F238E27FC236}">
                <a16:creationId xmlns:a16="http://schemas.microsoft.com/office/drawing/2014/main" id="{DE33B62D-C738-7F65-8DE4-DAF1ABEF3EB2}"/>
              </a:ext>
            </a:extLst>
          </p:cNvPr>
          <p:cNvSpPr/>
          <p:nvPr/>
        </p:nvSpPr>
        <p:spPr>
          <a:xfrm>
            <a:off x="9843628" y="10141512"/>
            <a:ext cx="4290905" cy="3298385"/>
          </a:xfrm>
          <a:prstGeom prst="diamond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¿Respira, tiene pulso, esta consciente?</a:t>
            </a:r>
            <a:endParaRPr lang="es-AR" sz="2800" dirty="0">
              <a:solidFill>
                <a:schemeClr val="tx1"/>
              </a:solidFill>
            </a:endParaRPr>
          </a:p>
        </p:txBody>
      </p:sp>
      <p:sp>
        <p:nvSpPr>
          <p:cNvPr id="43" name="Diagrama de flujo: terminador 42">
            <a:extLst>
              <a:ext uri="{FF2B5EF4-FFF2-40B4-BE49-F238E27FC236}">
                <a16:creationId xmlns:a16="http://schemas.microsoft.com/office/drawing/2014/main" id="{81978069-E649-ED75-7AC7-16253DA65008}"/>
              </a:ext>
            </a:extLst>
          </p:cNvPr>
          <p:cNvSpPr/>
          <p:nvPr/>
        </p:nvSpPr>
        <p:spPr>
          <a:xfrm>
            <a:off x="14365037" y="13828321"/>
            <a:ext cx="3451271" cy="1103145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dirty="0">
                <a:solidFill>
                  <a:schemeClr val="tx1"/>
                </a:solidFill>
              </a:rPr>
              <a:t>Esperar al servicio de emergencias 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D805BD1E-AC8A-485A-97DD-FC5D5A717103}"/>
              </a:ext>
            </a:extLst>
          </p:cNvPr>
          <p:cNvCxnSpPr>
            <a:cxnSpLocks/>
            <a:stCxn id="130" idx="2"/>
            <a:endCxn id="42" idx="0"/>
          </p:cNvCxnSpPr>
          <p:nvPr/>
        </p:nvCxnSpPr>
        <p:spPr>
          <a:xfrm flipH="1">
            <a:off x="11989081" y="9751152"/>
            <a:ext cx="9029" cy="390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grama de flujo: terminador 46">
            <a:extLst>
              <a:ext uri="{FF2B5EF4-FFF2-40B4-BE49-F238E27FC236}">
                <a16:creationId xmlns:a16="http://schemas.microsoft.com/office/drawing/2014/main" id="{2195059F-C10E-8302-12AB-59CB8D2C5114}"/>
              </a:ext>
            </a:extLst>
          </p:cNvPr>
          <p:cNvSpPr/>
          <p:nvPr/>
        </p:nvSpPr>
        <p:spPr>
          <a:xfrm>
            <a:off x="14642208" y="11153455"/>
            <a:ext cx="2843128" cy="1274497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Prestar con los primeros auxilios 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613D6796-2C87-0558-7B1A-9CDB5683172C}"/>
              </a:ext>
            </a:extLst>
          </p:cNvPr>
          <p:cNvCxnSpPr>
            <a:cxnSpLocks/>
            <a:stCxn id="42" idx="3"/>
            <a:endCxn id="47" idx="1"/>
          </p:cNvCxnSpPr>
          <p:nvPr/>
        </p:nvCxnSpPr>
        <p:spPr>
          <a:xfrm flipV="1">
            <a:off x="14134533" y="11790704"/>
            <a:ext cx="5076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Diagrama de flujo: proceso 48">
            <a:extLst>
              <a:ext uri="{FF2B5EF4-FFF2-40B4-BE49-F238E27FC236}">
                <a16:creationId xmlns:a16="http://schemas.microsoft.com/office/drawing/2014/main" id="{5979931F-AADF-DE47-7C05-45F33BCAE119}"/>
              </a:ext>
            </a:extLst>
          </p:cNvPr>
          <p:cNvSpPr/>
          <p:nvPr/>
        </p:nvSpPr>
        <p:spPr>
          <a:xfrm>
            <a:off x="10766340" y="4299550"/>
            <a:ext cx="2463539" cy="837654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Se detecta incidente 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4B5EE2D2-3784-7A16-C684-42F16B40D300}"/>
              </a:ext>
            </a:extLst>
          </p:cNvPr>
          <p:cNvCxnSpPr>
            <a:cxnSpLocks/>
            <a:stCxn id="49" idx="2"/>
            <a:endCxn id="71" idx="0"/>
          </p:cNvCxnSpPr>
          <p:nvPr/>
        </p:nvCxnSpPr>
        <p:spPr>
          <a:xfrm>
            <a:off x="11998110" y="5137204"/>
            <a:ext cx="0" cy="510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grama de flujo: terminador 50">
            <a:extLst>
              <a:ext uri="{FF2B5EF4-FFF2-40B4-BE49-F238E27FC236}">
                <a16:creationId xmlns:a16="http://schemas.microsoft.com/office/drawing/2014/main" id="{67B785C3-B84A-5DB3-4467-6F990B72A249}"/>
              </a:ext>
            </a:extLst>
          </p:cNvPr>
          <p:cNvSpPr/>
          <p:nvPr/>
        </p:nvSpPr>
        <p:spPr>
          <a:xfrm>
            <a:off x="11002939" y="3175460"/>
            <a:ext cx="1990342" cy="837654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Incidente personal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6A28480B-A09C-0F53-CDC7-12ECF477D9B6}"/>
              </a:ext>
            </a:extLst>
          </p:cNvPr>
          <p:cNvCxnSpPr>
            <a:cxnSpLocks/>
            <a:stCxn id="51" idx="2"/>
            <a:endCxn id="49" idx="0"/>
          </p:cNvCxnSpPr>
          <p:nvPr/>
        </p:nvCxnSpPr>
        <p:spPr>
          <a:xfrm>
            <a:off x="11998110" y="4013114"/>
            <a:ext cx="0" cy="28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7C8DC77-2901-8476-2250-7B7E8880A9C2}"/>
              </a:ext>
            </a:extLst>
          </p:cNvPr>
          <p:cNvSpPr txBox="1"/>
          <p:nvPr/>
        </p:nvSpPr>
        <p:spPr>
          <a:xfrm>
            <a:off x="11978158" y="13366656"/>
            <a:ext cx="649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No</a:t>
            </a:r>
            <a:endParaRPr lang="es-AR" sz="240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C764B4E-80E4-A6F4-E0EF-2D195C115DCA}"/>
              </a:ext>
            </a:extLst>
          </p:cNvPr>
          <p:cNvSpPr txBox="1"/>
          <p:nvPr/>
        </p:nvSpPr>
        <p:spPr>
          <a:xfrm>
            <a:off x="14113666" y="11333961"/>
            <a:ext cx="5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Si</a:t>
            </a:r>
            <a:endParaRPr lang="es-AR" sz="2400" dirty="0"/>
          </a:p>
        </p:txBody>
      </p:sp>
      <p:sp>
        <p:nvSpPr>
          <p:cNvPr id="82" name="Diagrama de flujo: proceso 81">
            <a:extLst>
              <a:ext uri="{FF2B5EF4-FFF2-40B4-BE49-F238E27FC236}">
                <a16:creationId xmlns:a16="http://schemas.microsoft.com/office/drawing/2014/main" id="{9979E6B4-558E-F59D-D86B-FD80DC011387}"/>
              </a:ext>
            </a:extLst>
          </p:cNvPr>
          <p:cNvSpPr/>
          <p:nvPr/>
        </p:nvSpPr>
        <p:spPr>
          <a:xfrm>
            <a:off x="19755463" y="3865303"/>
            <a:ext cx="2284714" cy="727880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Se detecta derrame 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4F4D51E4-D317-D9F5-BDE0-86A1908EE63E}"/>
              </a:ext>
            </a:extLst>
          </p:cNvPr>
          <p:cNvCxnSpPr>
            <a:cxnSpLocks/>
            <a:stCxn id="82" idx="2"/>
            <a:endCxn id="80" idx="0"/>
          </p:cNvCxnSpPr>
          <p:nvPr/>
        </p:nvCxnSpPr>
        <p:spPr>
          <a:xfrm>
            <a:off x="20897820" y="4593183"/>
            <a:ext cx="3" cy="456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iagrama de flujo: terminador 83">
            <a:extLst>
              <a:ext uri="{FF2B5EF4-FFF2-40B4-BE49-F238E27FC236}">
                <a16:creationId xmlns:a16="http://schemas.microsoft.com/office/drawing/2014/main" id="{3FBD9089-A762-BA10-A1EE-43ED6C21FB99}"/>
              </a:ext>
            </a:extLst>
          </p:cNvPr>
          <p:cNvSpPr/>
          <p:nvPr/>
        </p:nvSpPr>
        <p:spPr>
          <a:xfrm>
            <a:off x="20024424" y="3145225"/>
            <a:ext cx="1746793" cy="557182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Derrame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B5A5AEA5-19FF-B675-A4B8-88ECF5A0A113}"/>
              </a:ext>
            </a:extLst>
          </p:cNvPr>
          <p:cNvCxnSpPr>
            <a:cxnSpLocks/>
            <a:stCxn id="84" idx="2"/>
            <a:endCxn id="82" idx="0"/>
          </p:cNvCxnSpPr>
          <p:nvPr/>
        </p:nvCxnSpPr>
        <p:spPr>
          <a:xfrm flipH="1">
            <a:off x="20897820" y="3702407"/>
            <a:ext cx="1" cy="162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Diagrama de flujo: terminador 100">
            <a:extLst>
              <a:ext uri="{FF2B5EF4-FFF2-40B4-BE49-F238E27FC236}">
                <a16:creationId xmlns:a16="http://schemas.microsoft.com/office/drawing/2014/main" id="{C221C293-B1E9-EE25-F7D0-07356846CBE6}"/>
              </a:ext>
            </a:extLst>
          </p:cNvPr>
          <p:cNvSpPr/>
          <p:nvPr/>
        </p:nvSpPr>
        <p:spPr>
          <a:xfrm>
            <a:off x="19325868" y="12665542"/>
            <a:ext cx="3128767" cy="1274496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Realizar disposición final</a:t>
            </a:r>
            <a:endParaRPr lang="es-AR" sz="1395" dirty="0">
              <a:solidFill>
                <a:schemeClr val="tx1"/>
              </a:solidFill>
            </a:endParaRPr>
          </a:p>
        </p:txBody>
      </p:sp>
      <p:sp>
        <p:nvSpPr>
          <p:cNvPr id="139" name="Diagrama de flujo: proceso 138">
            <a:extLst>
              <a:ext uri="{FF2B5EF4-FFF2-40B4-BE49-F238E27FC236}">
                <a16:creationId xmlns:a16="http://schemas.microsoft.com/office/drawing/2014/main" id="{2D6E7486-4720-C908-6E0E-37032341E9FA}"/>
              </a:ext>
            </a:extLst>
          </p:cNvPr>
          <p:cNvSpPr/>
          <p:nvPr/>
        </p:nvSpPr>
        <p:spPr>
          <a:xfrm>
            <a:off x="26440632" y="4095126"/>
            <a:ext cx="3146885" cy="1246501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Se detecta falla de instalación 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140" name="Conector recto de flecha 139">
            <a:extLst>
              <a:ext uri="{FF2B5EF4-FFF2-40B4-BE49-F238E27FC236}">
                <a16:creationId xmlns:a16="http://schemas.microsoft.com/office/drawing/2014/main" id="{D7C3B627-A674-B2E2-FB0E-DF19FBE6C85D}"/>
              </a:ext>
            </a:extLst>
          </p:cNvPr>
          <p:cNvCxnSpPr>
            <a:cxnSpLocks/>
            <a:stCxn id="139" idx="2"/>
            <a:endCxn id="89" idx="0"/>
          </p:cNvCxnSpPr>
          <p:nvPr/>
        </p:nvCxnSpPr>
        <p:spPr>
          <a:xfrm>
            <a:off x="28014075" y="5341627"/>
            <a:ext cx="15470" cy="418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Diagrama de flujo: terminador 140">
            <a:extLst>
              <a:ext uri="{FF2B5EF4-FFF2-40B4-BE49-F238E27FC236}">
                <a16:creationId xmlns:a16="http://schemas.microsoft.com/office/drawing/2014/main" id="{D5C14E99-B49C-D6B3-55CB-9F12B8C6D183}"/>
              </a:ext>
            </a:extLst>
          </p:cNvPr>
          <p:cNvSpPr/>
          <p:nvPr/>
        </p:nvSpPr>
        <p:spPr>
          <a:xfrm>
            <a:off x="26867518" y="3158631"/>
            <a:ext cx="2296241" cy="706672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tx1"/>
                </a:solidFill>
              </a:rPr>
              <a:t>Falla de instalación  </a:t>
            </a:r>
            <a:endParaRPr lang="es-AR" sz="2400" dirty="0">
              <a:solidFill>
                <a:schemeClr val="tx1"/>
              </a:solidFill>
            </a:endParaRPr>
          </a:p>
        </p:txBody>
      </p:sp>
      <p:cxnSp>
        <p:nvCxnSpPr>
          <p:cNvPr id="142" name="Conector recto de flecha 141">
            <a:extLst>
              <a:ext uri="{FF2B5EF4-FFF2-40B4-BE49-F238E27FC236}">
                <a16:creationId xmlns:a16="http://schemas.microsoft.com/office/drawing/2014/main" id="{503D0133-B853-1373-C7B3-07DE1737ACC4}"/>
              </a:ext>
            </a:extLst>
          </p:cNvPr>
          <p:cNvCxnSpPr>
            <a:cxnSpLocks/>
            <a:stCxn id="141" idx="2"/>
            <a:endCxn id="139" idx="0"/>
          </p:cNvCxnSpPr>
          <p:nvPr/>
        </p:nvCxnSpPr>
        <p:spPr>
          <a:xfrm flipH="1">
            <a:off x="28014075" y="3865303"/>
            <a:ext cx="1564" cy="229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Diagrama de flujo: proceso 147">
            <a:extLst>
              <a:ext uri="{FF2B5EF4-FFF2-40B4-BE49-F238E27FC236}">
                <a16:creationId xmlns:a16="http://schemas.microsoft.com/office/drawing/2014/main" id="{7FBEF756-3080-4062-AA7C-2EADAFDA123A}"/>
              </a:ext>
            </a:extLst>
          </p:cNvPr>
          <p:cNvSpPr/>
          <p:nvPr/>
        </p:nvSpPr>
        <p:spPr>
          <a:xfrm>
            <a:off x="26287844" y="8902306"/>
            <a:ext cx="3506108" cy="81692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Accionar cierre de BOP</a:t>
            </a:r>
            <a:endParaRPr lang="es-AR" sz="2800" dirty="0">
              <a:solidFill>
                <a:schemeClr val="tx1"/>
              </a:solidFill>
            </a:endParaRPr>
          </a:p>
        </p:txBody>
      </p:sp>
      <p:sp>
        <p:nvSpPr>
          <p:cNvPr id="149" name="Diagrama de flujo: proceso 148">
            <a:extLst>
              <a:ext uri="{FF2B5EF4-FFF2-40B4-BE49-F238E27FC236}">
                <a16:creationId xmlns:a16="http://schemas.microsoft.com/office/drawing/2014/main" id="{F9B0CAD1-9517-6AA4-BF5F-A766BAC1A0E7}"/>
              </a:ext>
            </a:extLst>
          </p:cNvPr>
          <p:cNvSpPr/>
          <p:nvPr/>
        </p:nvSpPr>
        <p:spPr>
          <a:xfrm>
            <a:off x="26166381" y="10180541"/>
            <a:ext cx="3749035" cy="81692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Accionar pare de emergencia 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151" name="Conector recto de flecha 150">
            <a:extLst>
              <a:ext uri="{FF2B5EF4-FFF2-40B4-BE49-F238E27FC236}">
                <a16:creationId xmlns:a16="http://schemas.microsoft.com/office/drawing/2014/main" id="{22323C96-2482-6D9E-9E41-93103455D53F}"/>
              </a:ext>
            </a:extLst>
          </p:cNvPr>
          <p:cNvCxnSpPr>
            <a:cxnSpLocks/>
            <a:stCxn id="89" idx="2"/>
            <a:endCxn id="148" idx="0"/>
          </p:cNvCxnSpPr>
          <p:nvPr/>
        </p:nvCxnSpPr>
        <p:spPr>
          <a:xfrm>
            <a:off x="28029545" y="8569523"/>
            <a:ext cx="11353" cy="332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ED2C0197-E8DD-4D3B-9DB0-AC154876B5A6}"/>
              </a:ext>
            </a:extLst>
          </p:cNvPr>
          <p:cNvCxnSpPr>
            <a:cxnSpLocks/>
            <a:stCxn id="148" idx="2"/>
            <a:endCxn id="149" idx="0"/>
          </p:cNvCxnSpPr>
          <p:nvPr/>
        </p:nvCxnSpPr>
        <p:spPr>
          <a:xfrm>
            <a:off x="28040898" y="9719231"/>
            <a:ext cx="1" cy="461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Diagrama de flujo: proceso 157">
            <a:extLst>
              <a:ext uri="{FF2B5EF4-FFF2-40B4-BE49-F238E27FC236}">
                <a16:creationId xmlns:a16="http://schemas.microsoft.com/office/drawing/2014/main" id="{21B4D278-52E1-317B-3790-5B95558B2537}"/>
              </a:ext>
            </a:extLst>
          </p:cNvPr>
          <p:cNvSpPr/>
          <p:nvPr/>
        </p:nvSpPr>
        <p:spPr>
          <a:xfrm>
            <a:off x="26166381" y="11564793"/>
            <a:ext cx="3749035" cy="81692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Dirigirse al punto de reunión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160" name="Conector recto de flecha 159">
            <a:extLst>
              <a:ext uri="{FF2B5EF4-FFF2-40B4-BE49-F238E27FC236}">
                <a16:creationId xmlns:a16="http://schemas.microsoft.com/office/drawing/2014/main" id="{45CFF0AB-D4F0-6DEC-75F3-6D01C1D9918E}"/>
              </a:ext>
            </a:extLst>
          </p:cNvPr>
          <p:cNvCxnSpPr>
            <a:cxnSpLocks/>
            <a:stCxn id="149" idx="2"/>
            <a:endCxn id="158" idx="0"/>
          </p:cNvCxnSpPr>
          <p:nvPr/>
        </p:nvCxnSpPr>
        <p:spPr>
          <a:xfrm>
            <a:off x="28040899" y="10997466"/>
            <a:ext cx="0" cy="567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cto de flecha 163">
            <a:extLst>
              <a:ext uri="{FF2B5EF4-FFF2-40B4-BE49-F238E27FC236}">
                <a16:creationId xmlns:a16="http://schemas.microsoft.com/office/drawing/2014/main" id="{C4E67D61-47A6-CF97-4CDF-5EF7F20BAECF}"/>
              </a:ext>
            </a:extLst>
          </p:cNvPr>
          <p:cNvCxnSpPr>
            <a:cxnSpLocks/>
            <a:stCxn id="158" idx="2"/>
            <a:endCxn id="166" idx="0"/>
          </p:cNvCxnSpPr>
          <p:nvPr/>
        </p:nvCxnSpPr>
        <p:spPr>
          <a:xfrm flipH="1">
            <a:off x="28040898" y="12381718"/>
            <a:ext cx="1" cy="464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Diagrama de flujo: terminador 165">
            <a:extLst>
              <a:ext uri="{FF2B5EF4-FFF2-40B4-BE49-F238E27FC236}">
                <a16:creationId xmlns:a16="http://schemas.microsoft.com/office/drawing/2014/main" id="{B9BDD137-B10A-9EE2-6C90-BDCD50C4D0A3}"/>
              </a:ext>
            </a:extLst>
          </p:cNvPr>
          <p:cNvSpPr/>
          <p:nvPr/>
        </p:nvSpPr>
        <p:spPr>
          <a:xfrm>
            <a:off x="26166381" y="12846070"/>
            <a:ext cx="3749034" cy="1927773"/>
          </a:xfrm>
          <a:prstGeom prst="flowChartTermina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Esperar instrucciones del servicio de emergencias 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180" name="Conector: angular 179">
            <a:extLst>
              <a:ext uri="{FF2B5EF4-FFF2-40B4-BE49-F238E27FC236}">
                <a16:creationId xmlns:a16="http://schemas.microsoft.com/office/drawing/2014/main" id="{90ABB1AB-E3C6-5A3C-62EB-85C45DCD3BE7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 rot="5400000">
            <a:off x="9973314" y="-3487027"/>
            <a:ext cx="386769" cy="1288694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: angular 181">
            <a:extLst>
              <a:ext uri="{FF2B5EF4-FFF2-40B4-BE49-F238E27FC236}">
                <a16:creationId xmlns:a16="http://schemas.microsoft.com/office/drawing/2014/main" id="{A3124DA8-B82F-2519-B193-B606AE598A68}"/>
              </a:ext>
            </a:extLst>
          </p:cNvPr>
          <p:cNvCxnSpPr>
            <a:cxnSpLocks/>
            <a:stCxn id="4" idx="2"/>
            <a:endCxn id="141" idx="0"/>
          </p:cNvCxnSpPr>
          <p:nvPr/>
        </p:nvCxnSpPr>
        <p:spPr>
          <a:xfrm rot="16200000" flipH="1">
            <a:off x="22115117" y="-2741891"/>
            <a:ext cx="395572" cy="11405471"/>
          </a:xfrm>
          <a:prstGeom prst="bentConnector3">
            <a:avLst>
              <a:gd name="adj1" fmla="val 480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ector: angular 183">
            <a:extLst>
              <a:ext uri="{FF2B5EF4-FFF2-40B4-BE49-F238E27FC236}">
                <a16:creationId xmlns:a16="http://schemas.microsoft.com/office/drawing/2014/main" id="{A1A9A39C-F26F-B1F7-8D91-A4B6F0F1649C}"/>
              </a:ext>
            </a:extLst>
          </p:cNvPr>
          <p:cNvCxnSpPr>
            <a:cxnSpLocks/>
            <a:stCxn id="4" idx="2"/>
            <a:endCxn id="51" idx="0"/>
          </p:cNvCxnSpPr>
          <p:nvPr/>
        </p:nvCxnSpPr>
        <p:spPr>
          <a:xfrm rot="5400000">
            <a:off x="14097939" y="663230"/>
            <a:ext cx="412401" cy="4612058"/>
          </a:xfrm>
          <a:prstGeom prst="bentConnector3">
            <a:avLst>
              <a:gd name="adj1" fmla="val 4815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ector: angular 185">
            <a:extLst>
              <a:ext uri="{FF2B5EF4-FFF2-40B4-BE49-F238E27FC236}">
                <a16:creationId xmlns:a16="http://schemas.microsoft.com/office/drawing/2014/main" id="{922A11D9-3597-314B-3410-6C4AB99D64AD}"/>
              </a:ext>
            </a:extLst>
          </p:cNvPr>
          <p:cNvCxnSpPr>
            <a:cxnSpLocks/>
            <a:stCxn id="4" idx="2"/>
            <a:endCxn id="84" idx="0"/>
          </p:cNvCxnSpPr>
          <p:nvPr/>
        </p:nvCxnSpPr>
        <p:spPr>
          <a:xfrm rot="16200000" flipH="1">
            <a:off x="18562911" y="810315"/>
            <a:ext cx="382166" cy="42876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iagrama de flujo: proceso 70">
            <a:extLst>
              <a:ext uri="{FF2B5EF4-FFF2-40B4-BE49-F238E27FC236}">
                <a16:creationId xmlns:a16="http://schemas.microsoft.com/office/drawing/2014/main" id="{3166558E-9828-46B2-9372-66487239BDE1}"/>
              </a:ext>
            </a:extLst>
          </p:cNvPr>
          <p:cNvSpPr/>
          <p:nvPr/>
        </p:nvSpPr>
        <p:spPr>
          <a:xfrm>
            <a:off x="10062098" y="5648151"/>
            <a:ext cx="3872024" cy="288439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95" dirty="0">
              <a:solidFill>
                <a:schemeClr val="tx1"/>
              </a:solidFill>
            </a:endParaRPr>
          </a:p>
          <a:p>
            <a:pPr algn="ctr"/>
            <a:endParaRPr lang="es-ES" sz="1395" dirty="0">
              <a:solidFill>
                <a:schemeClr val="tx1"/>
              </a:solidFill>
            </a:endParaRP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Dar aviso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COE </a:t>
            </a:r>
            <a:r>
              <a:rPr lang="es-ES" sz="2800" dirty="0">
                <a:solidFill>
                  <a:srgbClr val="FF0000"/>
                </a:solidFill>
              </a:rPr>
              <a:t>45100/(299)4375100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Supervisor </a:t>
            </a:r>
            <a:br>
              <a:rPr lang="es-ES" sz="2800" dirty="0">
                <a:solidFill>
                  <a:schemeClr val="tx1"/>
                </a:solidFill>
              </a:rPr>
            </a:br>
            <a:r>
              <a:rPr lang="es-ES" sz="2800" dirty="0">
                <a:solidFill>
                  <a:schemeClr val="tx1"/>
                </a:solidFill>
              </a:rPr>
              <a:t>(299)5284153  </a:t>
            </a:r>
            <a:br>
              <a:rPr lang="es-ES" sz="2800" dirty="0">
                <a:solidFill>
                  <a:schemeClr val="tx1"/>
                </a:solidFill>
              </a:rPr>
            </a:br>
            <a:r>
              <a:rPr lang="es-ES" sz="2800" dirty="0">
                <a:solidFill>
                  <a:schemeClr val="tx1"/>
                </a:solidFill>
              </a:rPr>
              <a:t>(299)6563675</a:t>
            </a:r>
            <a:br>
              <a:rPr lang="es-ES" sz="1395" dirty="0">
                <a:solidFill>
                  <a:schemeClr val="tx1"/>
                </a:solidFill>
              </a:rPr>
            </a:br>
            <a:r>
              <a:rPr lang="es-ES" sz="3134" dirty="0">
                <a:solidFill>
                  <a:schemeClr val="tx1"/>
                </a:solidFill>
              </a:rPr>
              <a:t> </a:t>
            </a:r>
            <a:endParaRPr lang="es-AR" sz="3134" dirty="0">
              <a:solidFill>
                <a:schemeClr val="tx1"/>
              </a:solidFill>
            </a:endParaRPr>
          </a:p>
        </p:txBody>
      </p:sp>
      <p:sp>
        <p:nvSpPr>
          <p:cNvPr id="80" name="Diagrama de flujo: proceso 79">
            <a:extLst>
              <a:ext uri="{FF2B5EF4-FFF2-40B4-BE49-F238E27FC236}">
                <a16:creationId xmlns:a16="http://schemas.microsoft.com/office/drawing/2014/main" id="{714965A5-E25F-45B7-B919-760FCFADBBB5}"/>
              </a:ext>
            </a:extLst>
          </p:cNvPr>
          <p:cNvSpPr/>
          <p:nvPr/>
        </p:nvSpPr>
        <p:spPr>
          <a:xfrm>
            <a:off x="19133412" y="5049719"/>
            <a:ext cx="3528821" cy="309672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95" dirty="0">
              <a:solidFill>
                <a:schemeClr val="tx1"/>
              </a:solidFill>
            </a:endParaRPr>
          </a:p>
          <a:p>
            <a:pPr algn="ctr"/>
            <a:endParaRPr lang="es-ES" sz="1395" dirty="0">
              <a:solidFill>
                <a:schemeClr val="tx1"/>
              </a:solidFill>
            </a:endParaRP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Dar aviso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COE </a:t>
            </a:r>
            <a:r>
              <a:rPr lang="es-ES" sz="2800" dirty="0">
                <a:solidFill>
                  <a:srgbClr val="FF0000"/>
                </a:solidFill>
              </a:rPr>
              <a:t>45100/(299)4375100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Supervisor </a:t>
            </a:r>
            <a:br>
              <a:rPr lang="es-ES" sz="2800" dirty="0">
                <a:solidFill>
                  <a:schemeClr val="tx1"/>
                </a:solidFill>
              </a:rPr>
            </a:br>
            <a:r>
              <a:rPr lang="es-ES" sz="2800" dirty="0">
                <a:solidFill>
                  <a:schemeClr val="tx1"/>
                </a:solidFill>
              </a:rPr>
              <a:t>(299)5284153  </a:t>
            </a:r>
            <a:br>
              <a:rPr lang="es-ES" sz="2800" dirty="0">
                <a:solidFill>
                  <a:schemeClr val="tx1"/>
                </a:solidFill>
              </a:rPr>
            </a:br>
            <a:r>
              <a:rPr lang="es-ES" sz="2800" dirty="0">
                <a:solidFill>
                  <a:schemeClr val="tx1"/>
                </a:solidFill>
              </a:rPr>
              <a:t>(299)6563675</a:t>
            </a:r>
            <a:br>
              <a:rPr lang="es-ES" sz="1395" dirty="0">
                <a:solidFill>
                  <a:schemeClr val="tx1"/>
                </a:solidFill>
              </a:rPr>
            </a:br>
            <a:r>
              <a:rPr lang="es-ES" sz="3134" dirty="0">
                <a:solidFill>
                  <a:schemeClr val="tx1"/>
                </a:solidFill>
              </a:rPr>
              <a:t> </a:t>
            </a:r>
            <a:endParaRPr lang="es-AR" sz="3134" dirty="0">
              <a:solidFill>
                <a:schemeClr val="tx1"/>
              </a:solidFill>
            </a:endParaRPr>
          </a:p>
        </p:txBody>
      </p:sp>
      <p:sp>
        <p:nvSpPr>
          <p:cNvPr id="89" name="Diagrama de flujo: proceso 88">
            <a:extLst>
              <a:ext uri="{FF2B5EF4-FFF2-40B4-BE49-F238E27FC236}">
                <a16:creationId xmlns:a16="http://schemas.microsoft.com/office/drawing/2014/main" id="{9246FCE6-2D04-46D6-9CDC-73C91C628AD6}"/>
              </a:ext>
            </a:extLst>
          </p:cNvPr>
          <p:cNvSpPr/>
          <p:nvPr/>
        </p:nvSpPr>
        <p:spPr>
          <a:xfrm>
            <a:off x="26265135" y="5760393"/>
            <a:ext cx="3528819" cy="2809130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95" dirty="0">
              <a:solidFill>
                <a:schemeClr val="tx1"/>
              </a:solidFill>
            </a:endParaRPr>
          </a:p>
          <a:p>
            <a:pPr algn="ctr"/>
            <a:endParaRPr lang="es-ES" sz="1395" dirty="0">
              <a:solidFill>
                <a:schemeClr val="tx1"/>
              </a:solidFill>
            </a:endParaRP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Dar aviso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COE </a:t>
            </a:r>
            <a:r>
              <a:rPr lang="es-ES" sz="2800" dirty="0">
                <a:solidFill>
                  <a:srgbClr val="FF0000"/>
                </a:solidFill>
              </a:rPr>
              <a:t>45100/(299)4375100</a:t>
            </a:r>
          </a:p>
          <a:p>
            <a:pPr algn="ctr"/>
            <a:r>
              <a:rPr lang="es-ES" sz="2800" dirty="0">
                <a:solidFill>
                  <a:schemeClr val="tx1"/>
                </a:solidFill>
              </a:rPr>
              <a:t>Supervisor </a:t>
            </a:r>
            <a:br>
              <a:rPr lang="es-ES" sz="2800" dirty="0">
                <a:solidFill>
                  <a:schemeClr val="tx1"/>
                </a:solidFill>
              </a:rPr>
            </a:br>
            <a:r>
              <a:rPr lang="es-ES" sz="2800" dirty="0">
                <a:solidFill>
                  <a:schemeClr val="tx1"/>
                </a:solidFill>
              </a:rPr>
              <a:t>(299)5284153  </a:t>
            </a:r>
            <a:br>
              <a:rPr lang="es-ES" sz="2800" dirty="0">
                <a:solidFill>
                  <a:schemeClr val="tx1"/>
                </a:solidFill>
              </a:rPr>
            </a:br>
            <a:r>
              <a:rPr lang="es-ES" sz="2800" dirty="0">
                <a:solidFill>
                  <a:schemeClr val="tx1"/>
                </a:solidFill>
              </a:rPr>
              <a:t>(299)6563675</a:t>
            </a:r>
          </a:p>
          <a:p>
            <a:pPr algn="ctr"/>
            <a:r>
              <a:rPr lang="es-ES" sz="1395" dirty="0">
                <a:solidFill>
                  <a:schemeClr val="tx1"/>
                </a:solidFill>
              </a:rPr>
              <a:t> </a:t>
            </a:r>
            <a:r>
              <a:rPr lang="es-ES" sz="3134" dirty="0">
                <a:solidFill>
                  <a:schemeClr val="tx1"/>
                </a:solidFill>
              </a:rPr>
              <a:t> </a:t>
            </a:r>
            <a:endParaRPr lang="es-AR" sz="3134" dirty="0">
              <a:solidFill>
                <a:schemeClr val="tx1"/>
              </a:solidFill>
            </a:endParaRPr>
          </a:p>
        </p:txBody>
      </p:sp>
      <p:sp>
        <p:nvSpPr>
          <p:cNvPr id="90" name="Diagrama de flujo: proceso 89">
            <a:extLst>
              <a:ext uri="{FF2B5EF4-FFF2-40B4-BE49-F238E27FC236}">
                <a16:creationId xmlns:a16="http://schemas.microsoft.com/office/drawing/2014/main" id="{3A016398-F206-477C-BA3B-EABFD8392F7E}"/>
              </a:ext>
            </a:extLst>
          </p:cNvPr>
          <p:cNvSpPr/>
          <p:nvPr/>
        </p:nvSpPr>
        <p:spPr>
          <a:xfrm>
            <a:off x="19428197" y="8699013"/>
            <a:ext cx="2924107" cy="74087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Contener derrame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8605E77E-19E0-467A-B338-D601139646A6}"/>
              </a:ext>
            </a:extLst>
          </p:cNvPr>
          <p:cNvCxnSpPr>
            <a:cxnSpLocks/>
            <a:stCxn id="80" idx="2"/>
            <a:endCxn id="90" idx="0"/>
          </p:cNvCxnSpPr>
          <p:nvPr/>
        </p:nvCxnSpPr>
        <p:spPr>
          <a:xfrm flipH="1">
            <a:off x="20890251" y="8146442"/>
            <a:ext cx="7572" cy="552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de flecha 94">
            <a:extLst>
              <a:ext uri="{FF2B5EF4-FFF2-40B4-BE49-F238E27FC236}">
                <a16:creationId xmlns:a16="http://schemas.microsoft.com/office/drawing/2014/main" id="{02F6264D-9B9B-4375-B02E-1761127AFCFD}"/>
              </a:ext>
            </a:extLst>
          </p:cNvPr>
          <p:cNvCxnSpPr>
            <a:cxnSpLocks/>
            <a:stCxn id="90" idx="2"/>
            <a:endCxn id="108" idx="0"/>
          </p:cNvCxnSpPr>
          <p:nvPr/>
        </p:nvCxnSpPr>
        <p:spPr>
          <a:xfrm>
            <a:off x="20890251" y="9439890"/>
            <a:ext cx="1" cy="2793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Diagrama de flujo: proceso 107">
            <a:extLst>
              <a:ext uri="{FF2B5EF4-FFF2-40B4-BE49-F238E27FC236}">
                <a16:creationId xmlns:a16="http://schemas.microsoft.com/office/drawing/2014/main" id="{177E63ED-85C0-40BB-974B-C8E020CC8324}"/>
              </a:ext>
            </a:extLst>
          </p:cNvPr>
          <p:cNvSpPr/>
          <p:nvPr/>
        </p:nvSpPr>
        <p:spPr>
          <a:xfrm>
            <a:off x="19532424" y="9719231"/>
            <a:ext cx="2715656" cy="869711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Delimitar la zona</a:t>
            </a:r>
            <a:endParaRPr lang="es-AR" sz="2800" dirty="0">
              <a:solidFill>
                <a:schemeClr val="tx1"/>
              </a:solidFill>
            </a:endParaRPr>
          </a:p>
        </p:txBody>
      </p:sp>
      <p:sp>
        <p:nvSpPr>
          <p:cNvPr id="113" name="Diagrama de flujo: proceso 112">
            <a:extLst>
              <a:ext uri="{FF2B5EF4-FFF2-40B4-BE49-F238E27FC236}">
                <a16:creationId xmlns:a16="http://schemas.microsoft.com/office/drawing/2014/main" id="{ADACB35F-BF51-452C-B39F-1AC2C89DE9DB}"/>
              </a:ext>
            </a:extLst>
          </p:cNvPr>
          <p:cNvSpPr/>
          <p:nvPr/>
        </p:nvSpPr>
        <p:spPr>
          <a:xfrm>
            <a:off x="19532424" y="10984517"/>
            <a:ext cx="2715656" cy="932823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dirty="0">
                <a:solidFill>
                  <a:schemeClr val="tx1"/>
                </a:solidFill>
              </a:rPr>
              <a:t>Realizar saneamiento </a:t>
            </a:r>
          </a:p>
        </p:txBody>
      </p:sp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DF93DA91-7584-492B-82A0-9EC810AACA03}"/>
              </a:ext>
            </a:extLst>
          </p:cNvPr>
          <p:cNvCxnSpPr>
            <a:cxnSpLocks/>
            <a:stCxn id="108" idx="2"/>
            <a:endCxn id="113" idx="0"/>
          </p:cNvCxnSpPr>
          <p:nvPr/>
        </p:nvCxnSpPr>
        <p:spPr>
          <a:xfrm>
            <a:off x="20890252" y="10588942"/>
            <a:ext cx="0" cy="3955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189EC648-1F79-4596-9D43-A618AD7C0503}"/>
              </a:ext>
            </a:extLst>
          </p:cNvPr>
          <p:cNvCxnSpPr>
            <a:cxnSpLocks/>
            <a:stCxn id="113" idx="2"/>
            <a:endCxn id="101" idx="0"/>
          </p:cNvCxnSpPr>
          <p:nvPr/>
        </p:nvCxnSpPr>
        <p:spPr>
          <a:xfrm>
            <a:off x="20890252" y="11917340"/>
            <a:ext cx="0" cy="748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Diagrama de flujo: proceso 129">
            <a:extLst>
              <a:ext uri="{FF2B5EF4-FFF2-40B4-BE49-F238E27FC236}">
                <a16:creationId xmlns:a16="http://schemas.microsoft.com/office/drawing/2014/main" id="{93C9383D-E096-43A7-86B3-3A914186749D}"/>
              </a:ext>
            </a:extLst>
          </p:cNvPr>
          <p:cNvSpPr/>
          <p:nvPr/>
        </p:nvSpPr>
        <p:spPr>
          <a:xfrm>
            <a:off x="10681881" y="8967235"/>
            <a:ext cx="2632458" cy="783917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</a:rPr>
              <a:t>Evaluar la zona</a:t>
            </a:r>
            <a:endParaRPr lang="es-AR" sz="2800" dirty="0">
              <a:solidFill>
                <a:schemeClr val="tx1"/>
              </a:solidFill>
            </a:endParaRPr>
          </a:p>
        </p:txBody>
      </p:sp>
      <p:cxnSp>
        <p:nvCxnSpPr>
          <p:cNvPr id="251" name="Conector recto de flecha 250">
            <a:extLst>
              <a:ext uri="{FF2B5EF4-FFF2-40B4-BE49-F238E27FC236}">
                <a16:creationId xmlns:a16="http://schemas.microsoft.com/office/drawing/2014/main" id="{B752BB62-D58F-4E92-87EB-3D3233B51464}"/>
              </a:ext>
            </a:extLst>
          </p:cNvPr>
          <p:cNvCxnSpPr>
            <a:cxnSpLocks/>
            <a:stCxn id="71" idx="2"/>
            <a:endCxn id="130" idx="0"/>
          </p:cNvCxnSpPr>
          <p:nvPr/>
        </p:nvCxnSpPr>
        <p:spPr>
          <a:xfrm>
            <a:off x="11998110" y="8532546"/>
            <a:ext cx="0" cy="434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ector recto de flecha 440">
            <a:extLst>
              <a:ext uri="{FF2B5EF4-FFF2-40B4-BE49-F238E27FC236}">
                <a16:creationId xmlns:a16="http://schemas.microsoft.com/office/drawing/2014/main" id="{E3E3F7A7-B623-4FEC-A956-EFD121987753}"/>
              </a:ext>
            </a:extLst>
          </p:cNvPr>
          <p:cNvCxnSpPr>
            <a:cxnSpLocks/>
            <a:stCxn id="42" idx="2"/>
            <a:endCxn id="448" idx="0"/>
          </p:cNvCxnSpPr>
          <p:nvPr/>
        </p:nvCxnSpPr>
        <p:spPr>
          <a:xfrm flipH="1">
            <a:off x="11987597" y="13439897"/>
            <a:ext cx="1484" cy="575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Rectángulo 447">
            <a:extLst>
              <a:ext uri="{FF2B5EF4-FFF2-40B4-BE49-F238E27FC236}">
                <a16:creationId xmlns:a16="http://schemas.microsoft.com/office/drawing/2014/main" id="{DBA3B9C3-02BB-4D91-85F1-207BDB58E397}"/>
              </a:ext>
            </a:extLst>
          </p:cNvPr>
          <p:cNvSpPr/>
          <p:nvPr/>
        </p:nvSpPr>
        <p:spPr>
          <a:xfrm>
            <a:off x="10798877" y="14015457"/>
            <a:ext cx="2377440" cy="74589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dirty="0">
                <a:solidFill>
                  <a:schemeClr val="tx1"/>
                </a:solidFill>
              </a:rPr>
              <a:t>Iniciar RCP</a:t>
            </a:r>
          </a:p>
        </p:txBody>
      </p:sp>
      <p:cxnSp>
        <p:nvCxnSpPr>
          <p:cNvPr id="455" name="Conector recto de flecha 454">
            <a:extLst>
              <a:ext uri="{FF2B5EF4-FFF2-40B4-BE49-F238E27FC236}">
                <a16:creationId xmlns:a16="http://schemas.microsoft.com/office/drawing/2014/main" id="{1602FBBD-7181-4CF5-8823-A85D98742A70}"/>
              </a:ext>
            </a:extLst>
          </p:cNvPr>
          <p:cNvCxnSpPr>
            <a:cxnSpLocks/>
            <a:stCxn id="448" idx="3"/>
            <a:endCxn id="43" idx="1"/>
          </p:cNvCxnSpPr>
          <p:nvPr/>
        </p:nvCxnSpPr>
        <p:spPr>
          <a:xfrm flipV="1">
            <a:off x="13176317" y="14379894"/>
            <a:ext cx="1188720" cy="8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naser imagen">
            <a:extLst>
              <a:ext uri="{FF2B5EF4-FFF2-40B4-BE49-F238E27FC236}">
                <a16:creationId xmlns:a16="http://schemas.microsoft.com/office/drawing/2014/main" id="{063CA239-4A60-ADCF-610B-D63460BD5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2099132" cy="11270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F6BE586-D663-740D-2312-41F6384C02ED}"/>
              </a:ext>
            </a:extLst>
          </p:cNvPr>
          <p:cNvSpPr txBox="1"/>
          <p:nvPr/>
        </p:nvSpPr>
        <p:spPr>
          <a:xfrm>
            <a:off x="30324057" y="0"/>
            <a:ext cx="2099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PGSN08-A2</a:t>
            </a:r>
          </a:p>
          <a:p>
            <a:pPr algn="ctr"/>
            <a:r>
              <a:rPr lang="es-AR" dirty="0"/>
              <a:t>Rev.02 Ago.25</a:t>
            </a:r>
          </a:p>
        </p:txBody>
      </p:sp>
    </p:spTree>
    <p:extLst>
      <p:ext uri="{BB962C8B-B14F-4D97-AF65-F5344CB8AC3E}">
        <p14:creationId xmlns:p14="http://schemas.microsoft.com/office/powerpoint/2010/main" val="20558532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</TotalTime>
  <Words>167</Words>
  <Application>Microsoft Office PowerPoint</Application>
  <PresentationFormat>Personalizado</PresentationFormat>
  <Paragraphs>54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Facundo Dominguez</dc:creator>
  <cp:lastModifiedBy>Ariel Costallat</cp:lastModifiedBy>
  <cp:revision>19</cp:revision>
  <dcterms:created xsi:type="dcterms:W3CDTF">2025-06-22T03:35:50Z</dcterms:created>
  <dcterms:modified xsi:type="dcterms:W3CDTF">2025-10-14T14:53:53Z</dcterms:modified>
</cp:coreProperties>
</file>