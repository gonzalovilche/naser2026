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1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748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568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923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81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253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421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588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10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869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458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060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E7078-D051-4099-9F48-C734BA52D5E9}" type="datetimeFigureOut">
              <a:rPr lang="es-AR" smtClean="0"/>
              <a:t>15/1/2026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AA148-3713-4AB2-982C-82AE4CBAB25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420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89530" y="68123"/>
            <a:ext cx="9144000" cy="487690"/>
          </a:xfrm>
        </p:spPr>
        <p:txBody>
          <a:bodyPr>
            <a:normAutofit/>
          </a:bodyPr>
          <a:lstStyle/>
          <a:p>
            <a:r>
              <a:rPr lang="es-ES" sz="2800" dirty="0"/>
              <a:t>Diagrama Causa-Efecto</a:t>
            </a:r>
            <a:endParaRPr lang="es-A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89530" y="654422"/>
            <a:ext cx="9144000" cy="502025"/>
          </a:xfrm>
        </p:spPr>
        <p:txBody>
          <a:bodyPr>
            <a:normAutofit/>
          </a:bodyPr>
          <a:lstStyle/>
          <a:p>
            <a:r>
              <a:rPr lang="es-ES" sz="2000" dirty="0"/>
              <a:t>Análisis de Causas</a:t>
            </a:r>
            <a:endParaRPr lang="es-AR" sz="2000" dirty="0"/>
          </a:p>
        </p:txBody>
      </p:sp>
      <p:sp>
        <p:nvSpPr>
          <p:cNvPr id="42" name="Subtítulo 2"/>
          <p:cNvSpPr txBox="1">
            <a:spLocks/>
          </p:cNvSpPr>
          <p:nvPr/>
        </p:nvSpPr>
        <p:spPr>
          <a:xfrm>
            <a:off x="0" y="4213412"/>
            <a:ext cx="12192000" cy="264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2000" dirty="0"/>
              <a:t>1</a:t>
            </a:r>
            <a:endParaRPr lang="es-AR" sz="200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71430"/>
              </p:ext>
            </p:extLst>
          </p:nvPr>
        </p:nvGraphicFramePr>
        <p:xfrm>
          <a:off x="0" y="1201266"/>
          <a:ext cx="12192000" cy="2575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36376">
                  <a:extLst>
                    <a:ext uri="{9D8B030D-6E8A-4147-A177-3AD203B41FA5}">
                      <a16:colId xmlns:a16="http://schemas.microsoft.com/office/drawing/2014/main" val="897811747"/>
                    </a:ext>
                  </a:extLst>
                </a:gridCol>
                <a:gridCol w="10255624">
                  <a:extLst>
                    <a:ext uri="{9D8B030D-6E8A-4147-A177-3AD203B41FA5}">
                      <a16:colId xmlns:a16="http://schemas.microsoft.com/office/drawing/2014/main" val="1144483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0" dirty="0"/>
                        <a:t>Fecha:</a:t>
                      </a:r>
                      <a:endParaRPr lang="es-A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63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No Conformidad: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40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Proceso: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7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Participantes: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dirty="0"/>
                        <a:t>Participante</a:t>
                      </a:r>
                      <a:r>
                        <a:rPr lang="es-ES" baseline="0" dirty="0"/>
                        <a:t> 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baseline="0" dirty="0"/>
                        <a:t>Participante 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baseline="0" dirty="0"/>
                        <a:t>Participante 3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baseline="0" dirty="0"/>
                        <a:t>Participante 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baseline="0" dirty="0"/>
                        <a:t>Participante 5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161143"/>
                  </a:ext>
                </a:extLst>
              </a:tr>
            </a:tbl>
          </a:graphicData>
        </a:graphic>
      </p:graphicFrame>
      <p:sp>
        <p:nvSpPr>
          <p:cNvPr id="8" name="CuadroTexto 7"/>
          <p:cNvSpPr txBox="1"/>
          <p:nvPr/>
        </p:nvSpPr>
        <p:spPr>
          <a:xfrm>
            <a:off x="10954512" y="0"/>
            <a:ext cx="1237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PGSN04-F7</a:t>
            </a:r>
          </a:p>
          <a:p>
            <a:r>
              <a:rPr lang="es-AR" sz="1400" dirty="0"/>
              <a:t>Rev.01 09/25</a:t>
            </a:r>
          </a:p>
        </p:txBody>
      </p:sp>
      <p:pic>
        <p:nvPicPr>
          <p:cNvPr id="9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" y="0"/>
            <a:ext cx="92583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7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89530" y="68123"/>
            <a:ext cx="9144000" cy="487690"/>
          </a:xfrm>
        </p:spPr>
        <p:txBody>
          <a:bodyPr>
            <a:normAutofit/>
          </a:bodyPr>
          <a:lstStyle/>
          <a:p>
            <a:r>
              <a:rPr lang="es-ES" sz="2800" dirty="0"/>
              <a:t>Diagrama Causa-Efecto</a:t>
            </a:r>
            <a:endParaRPr lang="es-AR" sz="2800" dirty="0"/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1640542" y="3594848"/>
            <a:ext cx="7920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heurón 6"/>
          <p:cNvSpPr/>
          <p:nvPr/>
        </p:nvSpPr>
        <p:spPr>
          <a:xfrm>
            <a:off x="8168210" y="1852342"/>
            <a:ext cx="609600" cy="3505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8" name="Cheurón 7"/>
          <p:cNvSpPr/>
          <p:nvPr/>
        </p:nvSpPr>
        <p:spPr>
          <a:xfrm>
            <a:off x="5153146" y="1852342"/>
            <a:ext cx="609600" cy="3505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9" name="Cheurón 8"/>
          <p:cNvSpPr/>
          <p:nvPr/>
        </p:nvSpPr>
        <p:spPr>
          <a:xfrm>
            <a:off x="2115672" y="1842246"/>
            <a:ext cx="609600" cy="3505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9591918" y="3231775"/>
            <a:ext cx="2111188" cy="7261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No Conformidad</a:t>
            </a:r>
            <a:endParaRPr lang="es-AR" sz="1600" dirty="0">
              <a:solidFill>
                <a:schemeClr val="tx1"/>
              </a:solidFill>
            </a:endParaRPr>
          </a:p>
        </p:txBody>
      </p:sp>
      <p:cxnSp>
        <p:nvCxnSpPr>
          <p:cNvPr id="12" name="Conector recto 11"/>
          <p:cNvCxnSpPr/>
          <p:nvPr/>
        </p:nvCxnSpPr>
        <p:spPr>
          <a:xfrm>
            <a:off x="990602" y="2340271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990602" y="2057879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14" name="Conector recto 13"/>
          <p:cNvCxnSpPr/>
          <p:nvPr/>
        </p:nvCxnSpPr>
        <p:spPr>
          <a:xfrm>
            <a:off x="1156449" y="2788504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1156449" y="2506112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16" name="Conector recto 15"/>
          <p:cNvCxnSpPr/>
          <p:nvPr/>
        </p:nvCxnSpPr>
        <p:spPr>
          <a:xfrm>
            <a:off x="3996699" y="2357966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3996699" y="2075574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18" name="Conector recto 17"/>
          <p:cNvCxnSpPr/>
          <p:nvPr/>
        </p:nvCxnSpPr>
        <p:spPr>
          <a:xfrm>
            <a:off x="4061695" y="2888235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4061695" y="2605843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0" name="Conector recto 19"/>
          <p:cNvCxnSpPr/>
          <p:nvPr/>
        </p:nvCxnSpPr>
        <p:spPr>
          <a:xfrm>
            <a:off x="1156449" y="4707406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1156449" y="4425014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2" name="Conector recto 21"/>
          <p:cNvCxnSpPr/>
          <p:nvPr/>
        </p:nvCxnSpPr>
        <p:spPr>
          <a:xfrm>
            <a:off x="1091455" y="4120177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1091455" y="3837785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4" name="Conector recto 23"/>
          <p:cNvCxnSpPr/>
          <p:nvPr/>
        </p:nvCxnSpPr>
        <p:spPr>
          <a:xfrm>
            <a:off x="4149100" y="4144178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4149100" y="3861786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6" name="Conector recto 25"/>
          <p:cNvCxnSpPr/>
          <p:nvPr/>
        </p:nvCxnSpPr>
        <p:spPr>
          <a:xfrm>
            <a:off x="4028076" y="4813408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4028076" y="4531016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8" name="Conector recto 27"/>
          <p:cNvCxnSpPr/>
          <p:nvPr/>
        </p:nvCxnSpPr>
        <p:spPr>
          <a:xfrm>
            <a:off x="7057707" y="2350366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7057707" y="2067974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30" name="Conector recto 29"/>
          <p:cNvCxnSpPr/>
          <p:nvPr/>
        </p:nvCxnSpPr>
        <p:spPr>
          <a:xfrm>
            <a:off x="7105893" y="2883417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7105893" y="2601025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32" name="Conector recto 31"/>
          <p:cNvCxnSpPr/>
          <p:nvPr/>
        </p:nvCxnSpPr>
        <p:spPr>
          <a:xfrm>
            <a:off x="7193298" y="4135211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7193298" y="3852819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34" name="Conector recto 33"/>
          <p:cNvCxnSpPr/>
          <p:nvPr/>
        </p:nvCxnSpPr>
        <p:spPr>
          <a:xfrm>
            <a:off x="7057707" y="4804443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7057707" y="4522051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sp>
        <p:nvSpPr>
          <p:cNvPr id="36" name="Rectángulo redondeado 35"/>
          <p:cNvSpPr/>
          <p:nvPr/>
        </p:nvSpPr>
        <p:spPr>
          <a:xfrm>
            <a:off x="1703296" y="1397817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Materiales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37" name="Rectángulo redondeado 36"/>
          <p:cNvSpPr/>
          <p:nvPr/>
        </p:nvSpPr>
        <p:spPr>
          <a:xfrm>
            <a:off x="4413556" y="1426976"/>
            <a:ext cx="1800000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Mano de obra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38" name="Rectángulo redondeado 37"/>
          <p:cNvSpPr/>
          <p:nvPr/>
        </p:nvSpPr>
        <p:spPr>
          <a:xfrm>
            <a:off x="7716613" y="1425864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Método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39" name="Rectángulo redondeado 38"/>
          <p:cNvSpPr/>
          <p:nvPr/>
        </p:nvSpPr>
        <p:spPr>
          <a:xfrm>
            <a:off x="1344708" y="5339611"/>
            <a:ext cx="1800000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Medio Ambiente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40" name="Rectángulo redondeado 39"/>
          <p:cNvSpPr/>
          <p:nvPr/>
        </p:nvSpPr>
        <p:spPr>
          <a:xfrm>
            <a:off x="4760943" y="5366509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Máquinas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41" name="Rectángulo redondeado 40"/>
          <p:cNvSpPr/>
          <p:nvPr/>
        </p:nvSpPr>
        <p:spPr>
          <a:xfrm>
            <a:off x="7740145" y="5358945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Otros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4772147" y="619030"/>
            <a:ext cx="21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INICIAL</a:t>
            </a:r>
            <a:endParaRPr lang="es-AR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954512" y="0"/>
            <a:ext cx="1237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PGSN04-F7</a:t>
            </a:r>
          </a:p>
          <a:p>
            <a:r>
              <a:rPr lang="es-AR" sz="1400" dirty="0"/>
              <a:t>Rev.01 09/25</a:t>
            </a:r>
          </a:p>
        </p:txBody>
      </p:sp>
      <p:pic>
        <p:nvPicPr>
          <p:cNvPr id="4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" y="0"/>
            <a:ext cx="92583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89530" y="68123"/>
            <a:ext cx="9144000" cy="487690"/>
          </a:xfrm>
        </p:spPr>
        <p:txBody>
          <a:bodyPr>
            <a:normAutofit/>
          </a:bodyPr>
          <a:lstStyle/>
          <a:p>
            <a:r>
              <a:rPr lang="es-ES" sz="2800" dirty="0"/>
              <a:t>Diagrama Causa-Efecto</a:t>
            </a:r>
            <a:endParaRPr lang="es-AR" sz="2800" dirty="0"/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1640542" y="3594848"/>
            <a:ext cx="7920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heurón 6"/>
          <p:cNvSpPr/>
          <p:nvPr/>
        </p:nvSpPr>
        <p:spPr>
          <a:xfrm>
            <a:off x="8168210" y="1852342"/>
            <a:ext cx="609600" cy="3505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8" name="Cheurón 7"/>
          <p:cNvSpPr/>
          <p:nvPr/>
        </p:nvSpPr>
        <p:spPr>
          <a:xfrm>
            <a:off x="5153146" y="1852342"/>
            <a:ext cx="609600" cy="3505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9" name="Cheurón 8"/>
          <p:cNvSpPr/>
          <p:nvPr/>
        </p:nvSpPr>
        <p:spPr>
          <a:xfrm>
            <a:off x="2115672" y="1842246"/>
            <a:ext cx="609600" cy="35052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9591918" y="3231775"/>
            <a:ext cx="2111188" cy="7261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No Conformidad</a:t>
            </a:r>
            <a:endParaRPr lang="es-AR" sz="1600" dirty="0">
              <a:solidFill>
                <a:schemeClr val="tx1"/>
              </a:solidFill>
            </a:endParaRPr>
          </a:p>
        </p:txBody>
      </p:sp>
      <p:cxnSp>
        <p:nvCxnSpPr>
          <p:cNvPr id="12" name="Conector recto 11"/>
          <p:cNvCxnSpPr/>
          <p:nvPr/>
        </p:nvCxnSpPr>
        <p:spPr>
          <a:xfrm>
            <a:off x="990602" y="2340271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990602" y="2057879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14" name="Conector recto 13"/>
          <p:cNvCxnSpPr/>
          <p:nvPr/>
        </p:nvCxnSpPr>
        <p:spPr>
          <a:xfrm>
            <a:off x="1156449" y="2788504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1156449" y="2506112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16" name="Conector recto 15"/>
          <p:cNvCxnSpPr/>
          <p:nvPr/>
        </p:nvCxnSpPr>
        <p:spPr>
          <a:xfrm>
            <a:off x="3996699" y="2357966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3996699" y="2075574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18" name="Conector recto 17"/>
          <p:cNvCxnSpPr/>
          <p:nvPr/>
        </p:nvCxnSpPr>
        <p:spPr>
          <a:xfrm>
            <a:off x="4061695" y="2888235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4061695" y="2605843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0" name="Conector recto 19"/>
          <p:cNvCxnSpPr/>
          <p:nvPr/>
        </p:nvCxnSpPr>
        <p:spPr>
          <a:xfrm>
            <a:off x="1156449" y="4707406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1156449" y="4425014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2" name="Conector recto 21"/>
          <p:cNvCxnSpPr/>
          <p:nvPr/>
        </p:nvCxnSpPr>
        <p:spPr>
          <a:xfrm>
            <a:off x="1091455" y="4120177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1091455" y="3837785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4" name="Conector recto 23"/>
          <p:cNvCxnSpPr/>
          <p:nvPr/>
        </p:nvCxnSpPr>
        <p:spPr>
          <a:xfrm>
            <a:off x="4149100" y="4144178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4149100" y="3861786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6" name="Conector recto 25"/>
          <p:cNvCxnSpPr/>
          <p:nvPr/>
        </p:nvCxnSpPr>
        <p:spPr>
          <a:xfrm>
            <a:off x="4028076" y="4813408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4028076" y="4531016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28" name="Conector recto 27"/>
          <p:cNvCxnSpPr/>
          <p:nvPr/>
        </p:nvCxnSpPr>
        <p:spPr>
          <a:xfrm>
            <a:off x="7057707" y="2350366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7057707" y="2067974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30" name="Conector recto 29"/>
          <p:cNvCxnSpPr/>
          <p:nvPr/>
        </p:nvCxnSpPr>
        <p:spPr>
          <a:xfrm>
            <a:off x="7105893" y="2883417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7105893" y="2601025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32" name="Conector recto 31"/>
          <p:cNvCxnSpPr/>
          <p:nvPr/>
        </p:nvCxnSpPr>
        <p:spPr>
          <a:xfrm>
            <a:off x="7193298" y="4135211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7193298" y="3852819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cxnSp>
        <p:nvCxnSpPr>
          <p:cNvPr id="34" name="Conector recto 33"/>
          <p:cNvCxnSpPr/>
          <p:nvPr/>
        </p:nvCxnSpPr>
        <p:spPr>
          <a:xfrm>
            <a:off x="7057707" y="4804443"/>
            <a:ext cx="12460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7057707" y="4522051"/>
            <a:ext cx="1093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Causa</a:t>
            </a:r>
            <a:endParaRPr lang="es-AR" sz="1600" dirty="0"/>
          </a:p>
        </p:txBody>
      </p:sp>
      <p:sp>
        <p:nvSpPr>
          <p:cNvPr id="36" name="Rectángulo redondeado 35"/>
          <p:cNvSpPr/>
          <p:nvPr/>
        </p:nvSpPr>
        <p:spPr>
          <a:xfrm>
            <a:off x="1703296" y="1397817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Materiales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37" name="Rectángulo redondeado 36"/>
          <p:cNvSpPr/>
          <p:nvPr/>
        </p:nvSpPr>
        <p:spPr>
          <a:xfrm>
            <a:off x="4413556" y="1426976"/>
            <a:ext cx="1800000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Mano de obra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38" name="Rectángulo redondeado 37"/>
          <p:cNvSpPr/>
          <p:nvPr/>
        </p:nvSpPr>
        <p:spPr>
          <a:xfrm>
            <a:off x="7716613" y="1425864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Método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39" name="Rectángulo redondeado 38"/>
          <p:cNvSpPr/>
          <p:nvPr/>
        </p:nvSpPr>
        <p:spPr>
          <a:xfrm>
            <a:off x="1344708" y="5339611"/>
            <a:ext cx="1800000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Medio Ambiente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40" name="Rectángulo redondeado 39"/>
          <p:cNvSpPr/>
          <p:nvPr/>
        </p:nvSpPr>
        <p:spPr>
          <a:xfrm>
            <a:off x="4760943" y="5366509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Máquinas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41" name="Rectángulo redondeado 40"/>
          <p:cNvSpPr/>
          <p:nvPr/>
        </p:nvSpPr>
        <p:spPr>
          <a:xfrm>
            <a:off x="7740145" y="5358945"/>
            <a:ext cx="1174378" cy="4325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700" dirty="0">
                <a:solidFill>
                  <a:schemeClr val="tx1"/>
                </a:solidFill>
              </a:rPr>
              <a:t>Otros</a:t>
            </a:r>
            <a:endParaRPr lang="es-AR" sz="1700" dirty="0">
              <a:solidFill>
                <a:schemeClr val="tx1"/>
              </a:solidFill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4772147" y="619030"/>
            <a:ext cx="21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REVISADO</a:t>
            </a:r>
            <a:endParaRPr lang="es-AR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954512" y="0"/>
            <a:ext cx="1237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PGSN04-F7</a:t>
            </a:r>
          </a:p>
          <a:p>
            <a:r>
              <a:rPr lang="es-AR" sz="1400" dirty="0"/>
              <a:t>Rev.01 09/25</a:t>
            </a:r>
          </a:p>
        </p:txBody>
      </p:sp>
      <p:pic>
        <p:nvPicPr>
          <p:cNvPr id="4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" y="0"/>
            <a:ext cx="92583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03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89530" y="68123"/>
            <a:ext cx="9144000" cy="487690"/>
          </a:xfrm>
        </p:spPr>
        <p:txBody>
          <a:bodyPr>
            <a:normAutofit/>
          </a:bodyPr>
          <a:lstStyle/>
          <a:p>
            <a:r>
              <a:rPr lang="es-ES" sz="2800" dirty="0"/>
              <a:t>Diagrama Causa-Efecto</a:t>
            </a:r>
            <a:endParaRPr lang="es-A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89530" y="654422"/>
            <a:ext cx="9144000" cy="502025"/>
          </a:xfrm>
        </p:spPr>
        <p:txBody>
          <a:bodyPr>
            <a:normAutofit/>
          </a:bodyPr>
          <a:lstStyle/>
          <a:p>
            <a:r>
              <a:rPr lang="es-ES" sz="2000" dirty="0"/>
              <a:t>Plan de acción</a:t>
            </a:r>
            <a:endParaRPr lang="es-AR" sz="200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076733"/>
              </p:ext>
            </p:extLst>
          </p:nvPr>
        </p:nvGraphicFramePr>
        <p:xfrm>
          <a:off x="0" y="1723713"/>
          <a:ext cx="12192000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3186806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2358226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830821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3672945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93244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Acción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Fecha prevista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Responsable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Comentarios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Elimina</a:t>
                      </a:r>
                      <a:r>
                        <a:rPr lang="es-ES" b="0" baseline="0" dirty="0"/>
                        <a:t> la causa N°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4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84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6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839288"/>
                  </a:ext>
                </a:extLst>
              </a:tr>
            </a:tbl>
          </a:graphicData>
        </a:graphic>
      </p:graphicFrame>
      <p:sp>
        <p:nvSpPr>
          <p:cNvPr id="6" name="CuadroTexto 5"/>
          <p:cNvSpPr txBox="1"/>
          <p:nvPr/>
        </p:nvSpPr>
        <p:spPr>
          <a:xfrm>
            <a:off x="10954512" y="0"/>
            <a:ext cx="1237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PGSN04-F7</a:t>
            </a:r>
          </a:p>
          <a:p>
            <a:r>
              <a:rPr lang="es-AR" sz="1400" dirty="0"/>
              <a:t>Rev.01 09/25</a:t>
            </a:r>
          </a:p>
        </p:txBody>
      </p:sp>
      <p:pic>
        <p:nvPicPr>
          <p:cNvPr id="7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" y="0"/>
            <a:ext cx="92583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01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112</Words>
  <Application>Microsoft Office PowerPoint</Application>
  <PresentationFormat>Panorámica</PresentationFormat>
  <Paragraphs>69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Diagrama Causa-Efecto</vt:lpstr>
      <vt:lpstr>Diagrama Causa-Efecto</vt:lpstr>
      <vt:lpstr>Diagrama Causa-Efecto</vt:lpstr>
      <vt:lpstr>Diagrama Causa-Efecto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Causa-Efecto</dc:title>
  <dc:creator>Coordinador HSEQ</dc:creator>
  <cp:lastModifiedBy>Ariel Costallat</cp:lastModifiedBy>
  <cp:revision>12</cp:revision>
  <dcterms:created xsi:type="dcterms:W3CDTF">2024-11-13T18:27:16Z</dcterms:created>
  <dcterms:modified xsi:type="dcterms:W3CDTF">2026-01-15T19:33:23Z</dcterms:modified>
</cp:coreProperties>
</file>