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29" r:id="rId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28"/>
    <a:srgbClr val="00A2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 autoAdjust="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02638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0304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0364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7919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99995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1456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5161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2691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5588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7092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4161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9B643-DEF8-4992-A05D-3D0D53093C96}" type="datetimeFigureOut">
              <a:rPr lang="es-AR" smtClean="0"/>
              <a:t>8/10/2025</a:t>
            </a:fld>
            <a:endParaRPr lang="es-AR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6D8F7-F747-49D0-9690-949F6EDA014B}" type="slidenum">
              <a:rPr lang="es-AR" smtClean="0"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842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68E45-8FDD-04B2-0BB9-B0F0A82C5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45331-F543-1792-8EB9-C0BB9DFBC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00" y="397776"/>
            <a:ext cx="4958139" cy="2368317"/>
          </a:xfrm>
        </p:spPr>
        <p:txBody>
          <a:bodyPr anchor="t">
            <a:normAutofit/>
          </a:bodyPr>
          <a:lstStyle/>
          <a:p>
            <a:r>
              <a:rPr lang="es-ES" sz="3200" dirty="0"/>
              <a:t>Política de Calidad, Ambiente, Seguridad y Salud</a:t>
            </a:r>
            <a:endParaRPr lang="es-AR" sz="3200" dirty="0"/>
          </a:p>
        </p:txBody>
      </p:sp>
      <p:pic>
        <p:nvPicPr>
          <p:cNvPr id="39" name="Picture 6" descr="Texto, Logotipo&#10;&#10;El contenido generado por IA puede ser incorrecto.">
            <a:extLst>
              <a:ext uri="{FF2B5EF4-FFF2-40B4-BE49-F238E27FC236}">
                <a16:creationId xmlns:a16="http://schemas.microsoft.com/office/drawing/2014/main" id="{A8DE2447-673A-B15E-3968-6495B1EDD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6300" y="4027899"/>
            <a:ext cx="3648941" cy="1804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Marcador de contenido 2">
            <a:extLst>
              <a:ext uri="{FF2B5EF4-FFF2-40B4-BE49-F238E27FC236}">
                <a16:creationId xmlns:a16="http://schemas.microsoft.com/office/drawing/2014/main" id="{880731FF-67A7-2028-F8D8-E36255ACC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8327" y="130556"/>
            <a:ext cx="6561973" cy="679399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s-MX" sz="4400" dirty="0">
                <a:latin typeface="Bierstadt Display" panose="020F0502020204030204" pitchFamily="34" charset="0"/>
              </a:rPr>
              <a:t>Servicios NASER SRL ofrece soluciones a la industria hidrocarburífera mediante operaciones de Slick Line, Well Testing y Flow Back, impulsando el uso de tecnología y mejores prácticas.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s-AR" sz="4400" dirty="0">
                <a:latin typeface="Bierstadt Display" panose="020F0502020204030204" pitchFamily="34" charset="0"/>
              </a:rPr>
              <a:t>Realizamos nuestro trabajo creando una cultura de seguridad generativa, con foco en la protección de la salud y seguridad de las personas, el cuidado del ambiente, la integridad de activos, la calidad de los servicios y el uso eficiente de recursos.</a:t>
            </a:r>
          </a:p>
          <a:p>
            <a:pPr marL="0" indent="0" algn="ctr">
              <a:lnSpc>
                <a:spcPct val="120000"/>
              </a:lnSpc>
              <a:buNone/>
            </a:pPr>
            <a:endParaRPr lang="es-AR" sz="4400" dirty="0">
              <a:latin typeface="Bierstadt Display" panose="020F0502020204030204" pitchFamily="34" charset="0"/>
            </a:endParaRPr>
          </a:p>
          <a:p>
            <a:pPr marL="0" indent="0">
              <a:buNone/>
            </a:pPr>
            <a:r>
              <a:rPr lang="es-MX" sz="4400" dirty="0">
                <a:latin typeface="Bierstadt Display" panose="020F0502020204030204" pitchFamily="34" charset="0"/>
              </a:rPr>
              <a:t>       Para lograr nuestros objetivos, asumimos los siguientes compromisos: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Implementar, mantener y mejorar un sistema de gestión integrado, basado en la calidad del servicio, la protección ambiental, la seguridad y salud en el trabajo.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Aplicar la mejora continua a los procesos de trabajo para satisfacer las necesidades de nuestros clientes, mejorar el desempeño ambiental, en seguridad y salud.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Cumplir con los requisitos legales y normativos aplicables, de clientes y partes interesadas.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Formar a nuestro personal y promover el compromiso en la prevención de incidentes, enfermedades profesionales y contaminación ambiental.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Proporcionar un ambiente de trabajo seguro y saludable.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Planificar las tareas para lograr propósitos definidos, eliminar peligros y reducir riesgos a la salud y seguridad de las personas, manteniendo vías para la consulta y participación.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Llevar adelante nuestros procesos con ética y transparencia.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Garantizar el derecho y autoridad a detener cualquier tarea que se considere insegura.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Prohibir el consumo de estupefacientes en nuestros procesos e instalaciones.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Conducir vehículos propios y de contratistas en forma segura.</a:t>
            </a:r>
            <a:endParaRPr lang="es-AR" sz="4400" dirty="0">
              <a:latin typeface="Bierstadt Display" panose="020F0502020204030204" pitchFamily="34" charset="0"/>
            </a:endParaRPr>
          </a:p>
          <a:p>
            <a:pPr lvl="0">
              <a:lnSpc>
                <a:spcPct val="120000"/>
              </a:lnSpc>
            </a:pPr>
            <a:r>
              <a:rPr lang="es-MX" sz="4400" dirty="0">
                <a:latin typeface="Bierstadt Display" panose="020F0502020204030204" pitchFamily="34" charset="0"/>
              </a:rPr>
              <a:t>Comunicar esta política a nuestro personal, clientes y partes interesadas.</a:t>
            </a:r>
          </a:p>
          <a:p>
            <a:pPr lvl="0">
              <a:lnSpc>
                <a:spcPct val="120000"/>
              </a:lnSpc>
            </a:pPr>
            <a:endParaRPr lang="es-MX" sz="4400" dirty="0">
              <a:latin typeface="Bierstadt Display" panose="020F0502020204030204" pitchFamily="34" charset="0"/>
            </a:endParaRPr>
          </a:p>
          <a:p>
            <a:pPr marL="0" lvl="0" indent="0">
              <a:buNone/>
            </a:pPr>
            <a:endParaRPr lang="es-MX" sz="4400" dirty="0">
              <a:latin typeface="Bierstadt Display" panose="020F0502020204030204" pitchFamily="34" charset="0"/>
            </a:endParaRPr>
          </a:p>
          <a:p>
            <a:pPr marL="3657600" lvl="8" indent="0" algn="ctr">
              <a:buNone/>
            </a:pPr>
            <a:r>
              <a:rPr lang="es-MX" sz="3400" dirty="0">
                <a:latin typeface="Bierstadt Display" panose="020F0502020204030204" pitchFamily="34" charset="0"/>
              </a:rPr>
              <a:t>                                         Victor Bonfils</a:t>
            </a:r>
          </a:p>
          <a:p>
            <a:pPr marL="3657600" lvl="8" indent="0" algn="ctr">
              <a:buNone/>
            </a:pPr>
            <a:r>
              <a:rPr lang="es-MX" sz="3400" dirty="0">
                <a:latin typeface="Bierstadt Display" panose="020F0502020204030204" pitchFamily="34" charset="0"/>
              </a:rPr>
              <a:t>                                             Gerente Comercial y Operativo</a:t>
            </a:r>
          </a:p>
          <a:p>
            <a:pPr marL="3657600" lvl="8" indent="0" algn="ctr">
              <a:buNone/>
            </a:pPr>
            <a:r>
              <a:rPr lang="es-MX" sz="3400" dirty="0">
                <a:latin typeface="Bierstadt Display" panose="020F0502020204030204" pitchFamily="34" charset="0"/>
              </a:rPr>
              <a:t>                                          Agosto 2025</a:t>
            </a:r>
            <a:endParaRPr lang="es-AR" sz="3400" dirty="0">
              <a:latin typeface="Bierstadt Display" panose="020F0502020204030204" pitchFamily="34" charset="0"/>
            </a:endParaRPr>
          </a:p>
          <a:p>
            <a:endParaRPr lang="es-ES" sz="1100" dirty="0"/>
          </a:p>
        </p:txBody>
      </p:sp>
      <p:grpSp>
        <p:nvGrpSpPr>
          <p:cNvPr id="134" name="Group 85">
            <a:extLst>
              <a:ext uri="{FF2B5EF4-FFF2-40B4-BE49-F238E27FC236}">
                <a16:creationId xmlns:a16="http://schemas.microsoft.com/office/drawing/2014/main" id="{58CC2974-3731-451E-608D-F839DFD5A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3059103-BFC5-EAA1-B92C-ADAC67D4DE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Rectangle 87">
              <a:extLst>
                <a:ext uri="{FF2B5EF4-FFF2-40B4-BE49-F238E27FC236}">
                  <a16:creationId xmlns:a16="http://schemas.microsoft.com/office/drawing/2014/main" id="{715D6141-0675-DF57-E93F-9C131C5CF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Imagen 3" descr="Un insecto en un fondo blanco&#10;&#10;El contenido generado por IA puede ser incorrecto.">
            <a:extLst>
              <a:ext uri="{FF2B5EF4-FFF2-40B4-BE49-F238E27FC236}">
                <a16:creationId xmlns:a16="http://schemas.microsoft.com/office/drawing/2014/main" id="{1E5F78DA-A28C-470C-B2F5-4915FB2611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816" y="5554485"/>
            <a:ext cx="1752560" cy="55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29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311A2B053ED44AB392532BC0328F60" ma:contentTypeVersion="9" ma:contentTypeDescription="Create a new document." ma:contentTypeScope="" ma:versionID="63a8b4a9dda6857de2b63901caef778e">
  <xsd:schema xmlns:xsd="http://www.w3.org/2001/XMLSchema" xmlns:xs="http://www.w3.org/2001/XMLSchema" xmlns:p="http://schemas.microsoft.com/office/2006/metadata/properties" xmlns:ns3="450f44de-08f3-4a66-8a07-1acf52fa622f" targetNamespace="http://schemas.microsoft.com/office/2006/metadata/properties" ma:root="true" ma:fieldsID="53cb8761a0f2aae1e411ec5ae0515e05" ns3:_="">
    <xsd:import namespace="450f44de-08f3-4a66-8a07-1acf52fa6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f44de-08f3-4a66-8a07-1acf52fa6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0C537C-F058-46FA-A9C0-3DD55852D6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0f44de-08f3-4a66-8a07-1acf52fa6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5B9643-034D-4661-959B-500225DBA2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259AAB-8CF8-496C-8C36-C4CD7450C00B}">
  <ds:schemaRefs>
    <ds:schemaRef ds:uri="http://purl.org/dc/terms/"/>
    <ds:schemaRef ds:uri="http://www.w3.org/XML/1998/namespace"/>
    <ds:schemaRef ds:uri="http://schemas.microsoft.com/office/2006/metadata/properties"/>
    <ds:schemaRef ds:uri="450f44de-08f3-4a66-8a07-1acf52fa622f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294</Words>
  <Application>Microsoft Office PowerPoint</Application>
  <PresentationFormat>Panorámica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Bierstadt Display</vt:lpstr>
      <vt:lpstr>Calibri</vt:lpstr>
      <vt:lpstr>Calibri Light</vt:lpstr>
      <vt:lpstr>Tema de Office</vt:lpstr>
      <vt:lpstr>Política de Calidad, Ambiente, Seguridad y Salud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Coordinador HSEQ</dc:creator>
  <cp:lastModifiedBy>Victor  Bonfils</cp:lastModifiedBy>
  <cp:revision>24</cp:revision>
  <dcterms:created xsi:type="dcterms:W3CDTF">2025-06-27T15:02:32Z</dcterms:created>
  <dcterms:modified xsi:type="dcterms:W3CDTF">2025-10-08T11:39:08Z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0x010100A1311A2B053ED44AB392532BC0328F60</vt:lpwstr>
  </property>
</Properties>
</file>