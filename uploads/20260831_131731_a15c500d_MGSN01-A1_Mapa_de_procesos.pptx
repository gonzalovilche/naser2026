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FF6B8-7721-DDA1-9620-DC9F0347B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AB7509-A5BF-013B-9500-BA7B3EC02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FB5061-2E6B-7E77-F959-F28EA6352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C6-5B62-4738-BC7B-B8FF579773E3}" type="datetimeFigureOut">
              <a:rPr lang="es-AR" smtClean="0"/>
              <a:t>20/3/2026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570E60-0454-CCFB-7CCC-61FE9C8A1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B9E32E-3808-EBCC-A616-2BF7A361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94CE-4EBB-4374-8F37-D438598CD2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0098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28EA7-4EB1-1009-DBC0-0AF2E8804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FC03B9-5A4C-1509-47E5-2D8CD17EB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BFFA89-84E2-AAD3-836F-9CCE044B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C6-5B62-4738-BC7B-B8FF579773E3}" type="datetimeFigureOut">
              <a:rPr lang="es-AR" smtClean="0"/>
              <a:t>20/3/2026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838703-176C-D426-CAAF-321417D0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2294F3-2709-ADAB-71EA-12717EE9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94CE-4EBB-4374-8F37-D438598CD2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64378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D3D35-7A5C-B2B9-0D91-E7CB9FB1D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13074D-60DE-9907-2245-34D2A556B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A0AED0-8B45-22BF-C86A-67309FB65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C6-5B62-4738-BC7B-B8FF579773E3}" type="datetimeFigureOut">
              <a:rPr lang="es-AR" smtClean="0"/>
              <a:t>20/3/2026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9BC565-6748-6EC7-7B50-38382D0B0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5E9BAB-0FD3-9F8E-4276-C4ACDA73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94CE-4EBB-4374-8F37-D438598CD2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56896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77210-3019-FB89-8F5B-A8261FEB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E1C184-A6A3-242F-1BC3-EFF7E46AA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86187C-AABC-70C6-746A-80B1F89AA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D58D4C-DD6A-AFD0-BB73-4305112DD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C6-5B62-4738-BC7B-B8FF579773E3}" type="datetimeFigureOut">
              <a:rPr lang="es-AR" smtClean="0"/>
              <a:t>20/3/2026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C37623-4DD1-C53A-5FDC-948A6DC4C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51E2B2-DF2B-4F6E-E9D0-CB840CABA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94CE-4EBB-4374-8F37-D438598CD2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952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CB962-3F13-7FB3-86CB-3C02926E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14628D-F101-F8A8-2DBC-E7F2FA5B5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83EA19-0249-AE09-24BE-4292E22DB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1F8FCE-3759-0E6F-81EB-C871A5CC1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A422541-F0B5-6089-BE78-D863D5CD9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B437940-55C1-5EEE-31B1-9545D0370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C6-5B62-4738-BC7B-B8FF579773E3}" type="datetimeFigureOut">
              <a:rPr lang="es-AR" smtClean="0"/>
              <a:t>20/3/2026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68C8F1-D8C7-C1BC-3753-608841B5A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F478D59-BF4E-1437-0E82-DFF51DD50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94CE-4EBB-4374-8F37-D438598CD2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60555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2D70E-19CB-EAB6-AAA1-FFAA60039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69A4A2D-65F7-02CE-CA5E-C65AAC6D9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C6-5B62-4738-BC7B-B8FF579773E3}" type="datetimeFigureOut">
              <a:rPr lang="es-AR" smtClean="0"/>
              <a:t>20/3/2026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75EE5F7-3543-6EA9-DE0F-9F058A018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4D0846-7713-D7E1-731A-FA5BC2620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94CE-4EBB-4374-8F37-D438598CD2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58740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9D08B92-A7E6-D96A-D240-5A8D95415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C6-5B62-4738-BC7B-B8FF579773E3}" type="datetimeFigureOut">
              <a:rPr lang="es-AR" smtClean="0"/>
              <a:t>20/3/2026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9AA01C-D045-3253-CA32-D78C6EE3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9AA4A7-E3AF-ADD8-65C5-115E17958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94CE-4EBB-4374-8F37-D438598CD2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3938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74527-7EB7-E2BB-F41A-46CDCF3A9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2684B-4108-6230-17E8-C49EE3892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292BE4-4B4B-CB40-A319-A5E5E87DB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7C1028-E3A7-226E-D9C3-30450BCAD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C6-5B62-4738-BC7B-B8FF579773E3}" type="datetimeFigureOut">
              <a:rPr lang="es-AR" smtClean="0"/>
              <a:t>20/3/2026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657E3B-14B0-4D18-7479-A60DEDE02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5C0663-4117-04B3-20B1-E8D0BD35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94CE-4EBB-4374-8F37-D438598CD2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615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84063-4F40-69E9-740C-FF9DEE0C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BA46973-BD0E-1939-AAC1-EC757E533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DF4034-2496-4296-6912-28E536589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D4BDDC-72BF-412E-3E63-F33FA74AB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C6-5B62-4738-BC7B-B8FF579773E3}" type="datetimeFigureOut">
              <a:rPr lang="es-AR" smtClean="0"/>
              <a:t>20/3/2026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D5A437-B3BB-DBA2-2C22-9823E30C7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059489-73A9-9C62-D326-5B938537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94CE-4EBB-4374-8F37-D438598CD2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7014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E84AF-7AF2-90EB-C10A-2B3539366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3BEC35-8F2C-9A06-FCE9-257EC707D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5BE2FC-3F75-AFAE-92BB-499615A79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C6-5B62-4738-BC7B-B8FF579773E3}" type="datetimeFigureOut">
              <a:rPr lang="es-AR" smtClean="0"/>
              <a:t>20/3/2026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F3A548-F3B5-ABCE-4D5A-857FCF9D7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7A0139-82AB-1D12-AD6A-FFD52932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94CE-4EBB-4374-8F37-D438598CD2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4697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100D85-E731-D876-DCFF-F62FC138AE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415147-3881-0604-DD0B-F8E3E99E7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D536F3-0327-DE72-3F94-C3233CBC9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F02C6-5B62-4738-BC7B-B8FF579773E3}" type="datetimeFigureOut">
              <a:rPr lang="es-AR" smtClean="0"/>
              <a:t>20/3/2026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91FB90-02DD-6876-AEF8-E3247914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BE7170-C0B4-92BE-77EB-D93B6BCE4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94CE-4EBB-4374-8F37-D438598CD2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698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B02814F-5023-3FF8-DD04-12CD6F238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E1AE5B-7137-67FB-B85B-076387898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28BFD8-F9E9-7215-0D31-CC971A785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F02C6-5B62-4738-BC7B-B8FF579773E3}" type="datetimeFigureOut">
              <a:rPr lang="es-AR" smtClean="0"/>
              <a:t>20/3/2026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3238BC-BC7F-E539-5940-1A55E807D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BD471B-274B-3007-BDEF-568CAF213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E94CE-4EBB-4374-8F37-D438598CD27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57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CC5B8-CCD4-A68D-5A52-389022735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8883" y="-93163"/>
            <a:ext cx="6706685" cy="542573"/>
          </a:xfrm>
        </p:spPr>
        <p:txBody>
          <a:bodyPr>
            <a:normAutofit/>
          </a:bodyPr>
          <a:lstStyle/>
          <a:p>
            <a:r>
              <a:rPr lang="es-ES" sz="2400" dirty="0"/>
              <a:t>Mapa de procesos</a:t>
            </a:r>
            <a:endParaRPr lang="es-AR" sz="24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9C516DA-2596-2EB4-16C7-15A362756D7A}"/>
              </a:ext>
            </a:extLst>
          </p:cNvPr>
          <p:cNvSpPr/>
          <p:nvPr/>
        </p:nvSpPr>
        <p:spPr>
          <a:xfrm>
            <a:off x="1243584" y="5797296"/>
            <a:ext cx="1216152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RRHH</a:t>
            </a:r>
            <a:endParaRPr lang="es-AR" sz="12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130D2E6-8C80-A029-CDD5-B79551D7DE42}"/>
              </a:ext>
            </a:extLst>
          </p:cNvPr>
          <p:cNvSpPr/>
          <p:nvPr/>
        </p:nvSpPr>
        <p:spPr>
          <a:xfrm>
            <a:off x="2676409" y="5797296"/>
            <a:ext cx="1216152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Compras</a:t>
            </a:r>
            <a:endParaRPr lang="es-AR" sz="12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2DE165B-969D-1F18-3C6D-226987363326}"/>
              </a:ext>
            </a:extLst>
          </p:cNvPr>
          <p:cNvSpPr/>
          <p:nvPr/>
        </p:nvSpPr>
        <p:spPr>
          <a:xfrm>
            <a:off x="4109234" y="5797296"/>
            <a:ext cx="1216152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Administración</a:t>
            </a:r>
            <a:endParaRPr lang="es-AR" sz="12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7B23F17-4E5A-D65C-4CEE-8893ABF4D75A}"/>
              </a:ext>
            </a:extLst>
          </p:cNvPr>
          <p:cNvSpPr/>
          <p:nvPr/>
        </p:nvSpPr>
        <p:spPr>
          <a:xfrm>
            <a:off x="5542059" y="5797296"/>
            <a:ext cx="1216152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Finanzas</a:t>
            </a:r>
            <a:endParaRPr lang="es-AR" sz="12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873DEDD-528E-B321-9A3C-8140E13E71A2}"/>
              </a:ext>
            </a:extLst>
          </p:cNvPr>
          <p:cNvSpPr/>
          <p:nvPr/>
        </p:nvSpPr>
        <p:spPr>
          <a:xfrm>
            <a:off x="6974884" y="5797296"/>
            <a:ext cx="1216152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HSEQ</a:t>
            </a:r>
            <a:endParaRPr lang="es-AR" sz="12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69E1090-7D70-EAD0-F22A-B42715EEF1FB}"/>
              </a:ext>
            </a:extLst>
          </p:cNvPr>
          <p:cNvSpPr/>
          <p:nvPr/>
        </p:nvSpPr>
        <p:spPr>
          <a:xfrm>
            <a:off x="8407709" y="5797296"/>
            <a:ext cx="1216152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Mantenimiento</a:t>
            </a:r>
            <a:endParaRPr lang="es-AR" sz="12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A7E6EA0-EB0D-D195-3290-4BAF55D96E87}"/>
              </a:ext>
            </a:extLst>
          </p:cNvPr>
          <p:cNvSpPr/>
          <p:nvPr/>
        </p:nvSpPr>
        <p:spPr>
          <a:xfrm>
            <a:off x="9810634" y="5792724"/>
            <a:ext cx="1216152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Legal</a:t>
            </a:r>
            <a:endParaRPr lang="es-AR" sz="12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3F675ED-A3A0-F262-340F-42B6E4639629}"/>
              </a:ext>
            </a:extLst>
          </p:cNvPr>
          <p:cNvSpPr/>
          <p:nvPr/>
        </p:nvSpPr>
        <p:spPr>
          <a:xfrm>
            <a:off x="11173704" y="786384"/>
            <a:ext cx="936000" cy="554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Cliente</a:t>
            </a:r>
            <a:endParaRPr lang="es-AR" sz="14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92C87A5-7837-D9A2-DD75-A39DD3BC1C3B}"/>
              </a:ext>
            </a:extLst>
          </p:cNvPr>
          <p:cNvSpPr/>
          <p:nvPr/>
        </p:nvSpPr>
        <p:spPr>
          <a:xfrm>
            <a:off x="107782" y="786384"/>
            <a:ext cx="936000" cy="554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Cliente</a:t>
            </a:r>
            <a:endParaRPr lang="es-AR" sz="14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EE154CD-F2F4-25C7-47C5-41BCF9F9FF13}"/>
              </a:ext>
            </a:extLst>
          </p:cNvPr>
          <p:cNvSpPr/>
          <p:nvPr/>
        </p:nvSpPr>
        <p:spPr>
          <a:xfrm>
            <a:off x="1692319" y="2636456"/>
            <a:ext cx="8825650" cy="14022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5B230F6-F2C8-FD21-3C03-169F1400F3CF}"/>
              </a:ext>
            </a:extLst>
          </p:cNvPr>
          <p:cNvSpPr/>
          <p:nvPr/>
        </p:nvSpPr>
        <p:spPr>
          <a:xfrm>
            <a:off x="2525272" y="3052717"/>
            <a:ext cx="1216152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Planificación del servicio</a:t>
            </a:r>
            <a:endParaRPr lang="es-AR" sz="14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FCD87D8-BB72-CF2F-3E30-4B5DD2E623CB}"/>
              </a:ext>
            </a:extLst>
          </p:cNvPr>
          <p:cNvSpPr/>
          <p:nvPr/>
        </p:nvSpPr>
        <p:spPr>
          <a:xfrm>
            <a:off x="4011170" y="3052717"/>
            <a:ext cx="1216152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Preparación de equipos</a:t>
            </a:r>
            <a:endParaRPr lang="es-AR" sz="14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E8E5575-7540-19CE-CD43-1A2F17AC41A2}"/>
              </a:ext>
            </a:extLst>
          </p:cNvPr>
          <p:cNvSpPr/>
          <p:nvPr/>
        </p:nvSpPr>
        <p:spPr>
          <a:xfrm>
            <a:off x="8423664" y="3061861"/>
            <a:ext cx="1216152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Informes operativos</a:t>
            </a:r>
            <a:endParaRPr lang="es-AR" sz="140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21B515C-B0A9-D415-59CB-853DC186ECF7}"/>
              </a:ext>
            </a:extLst>
          </p:cNvPr>
          <p:cNvSpPr/>
          <p:nvPr/>
        </p:nvSpPr>
        <p:spPr>
          <a:xfrm>
            <a:off x="5487924" y="3061861"/>
            <a:ext cx="1216152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Transporte de equipos</a:t>
            </a:r>
            <a:endParaRPr lang="es-AR" sz="140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F03C6A2-7DB3-C6BE-CF61-1B246DF499D6}"/>
              </a:ext>
            </a:extLst>
          </p:cNvPr>
          <p:cNvSpPr/>
          <p:nvPr/>
        </p:nvSpPr>
        <p:spPr>
          <a:xfrm>
            <a:off x="6951222" y="3061861"/>
            <a:ext cx="1216152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Prestación de servicios</a:t>
            </a:r>
            <a:endParaRPr lang="es-AR" sz="140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A132449-9F55-5831-E7D2-2C70145C381D}"/>
              </a:ext>
            </a:extLst>
          </p:cNvPr>
          <p:cNvSpPr/>
          <p:nvPr/>
        </p:nvSpPr>
        <p:spPr>
          <a:xfrm>
            <a:off x="1276118" y="4570898"/>
            <a:ext cx="1216152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Inspecciones</a:t>
            </a:r>
            <a:endParaRPr lang="es-AR" sz="12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B7878E0-A6F1-6751-9F4E-E91AB11740CE}"/>
              </a:ext>
            </a:extLst>
          </p:cNvPr>
          <p:cNvSpPr/>
          <p:nvPr/>
        </p:nvSpPr>
        <p:spPr>
          <a:xfrm>
            <a:off x="2709036" y="4570898"/>
            <a:ext cx="1216152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Calibración de instrumentos</a:t>
            </a:r>
            <a:endParaRPr lang="es-AR" sz="1200" dirty="0"/>
          </a:p>
        </p:txBody>
      </p:sp>
      <p:sp>
        <p:nvSpPr>
          <p:cNvPr id="17" name="Globo: flecha hacia abajo 16">
            <a:extLst>
              <a:ext uri="{FF2B5EF4-FFF2-40B4-BE49-F238E27FC236}">
                <a16:creationId xmlns:a16="http://schemas.microsoft.com/office/drawing/2014/main" id="{26FDE359-0356-00AA-F5C4-9604AFB67A1A}"/>
              </a:ext>
            </a:extLst>
          </p:cNvPr>
          <p:cNvSpPr/>
          <p:nvPr/>
        </p:nvSpPr>
        <p:spPr>
          <a:xfrm rot="10800000">
            <a:off x="1146226" y="5150024"/>
            <a:ext cx="9972000" cy="1432179"/>
          </a:xfrm>
          <a:prstGeom prst="downArrowCallout">
            <a:avLst>
              <a:gd name="adj1" fmla="val 25000"/>
              <a:gd name="adj2" fmla="val 30108"/>
              <a:gd name="adj3" fmla="val 25000"/>
              <a:gd name="adj4" fmla="val 6497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Globo: flecha hacia abajo 22">
            <a:extLst>
              <a:ext uri="{FF2B5EF4-FFF2-40B4-BE49-F238E27FC236}">
                <a16:creationId xmlns:a16="http://schemas.microsoft.com/office/drawing/2014/main" id="{069E4D40-8BB7-43A9-3C12-0F85E4C58F66}"/>
              </a:ext>
            </a:extLst>
          </p:cNvPr>
          <p:cNvSpPr/>
          <p:nvPr/>
        </p:nvSpPr>
        <p:spPr>
          <a:xfrm rot="10800000">
            <a:off x="1146224" y="4037187"/>
            <a:ext cx="4340163" cy="1240375"/>
          </a:xfrm>
          <a:prstGeom prst="downArrowCallout">
            <a:avLst>
              <a:gd name="adj1" fmla="val 25000"/>
              <a:gd name="adj2" fmla="val 30108"/>
              <a:gd name="adj3" fmla="val 25000"/>
              <a:gd name="adj4" fmla="val 6497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CCB200F-5769-400E-5EE4-C68318CE9661}"/>
              </a:ext>
            </a:extLst>
          </p:cNvPr>
          <p:cNvSpPr/>
          <p:nvPr/>
        </p:nvSpPr>
        <p:spPr>
          <a:xfrm>
            <a:off x="4141954" y="4585335"/>
            <a:ext cx="1216152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Interpretación de registros</a:t>
            </a:r>
            <a:endParaRPr lang="es-AR" sz="1200" dirty="0"/>
          </a:p>
        </p:txBody>
      </p:sp>
      <p:sp>
        <p:nvSpPr>
          <p:cNvPr id="25" name="Globo: flecha hacia abajo 24">
            <a:extLst>
              <a:ext uri="{FF2B5EF4-FFF2-40B4-BE49-F238E27FC236}">
                <a16:creationId xmlns:a16="http://schemas.microsoft.com/office/drawing/2014/main" id="{8DEEC7CD-4429-48EC-8CCB-72ECBEC400DB}"/>
              </a:ext>
            </a:extLst>
          </p:cNvPr>
          <p:cNvSpPr/>
          <p:nvPr/>
        </p:nvSpPr>
        <p:spPr>
          <a:xfrm>
            <a:off x="1084474" y="804672"/>
            <a:ext cx="9972000" cy="1432179"/>
          </a:xfrm>
          <a:prstGeom prst="downArrowCallout">
            <a:avLst>
              <a:gd name="adj1" fmla="val 25000"/>
              <a:gd name="adj2" fmla="val 30108"/>
              <a:gd name="adj3" fmla="val 25000"/>
              <a:gd name="adj4" fmla="val 6497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CBA75BB-FD9B-40B9-8569-74B441E0AE44}"/>
              </a:ext>
            </a:extLst>
          </p:cNvPr>
          <p:cNvSpPr/>
          <p:nvPr/>
        </p:nvSpPr>
        <p:spPr>
          <a:xfrm>
            <a:off x="1683175" y="966297"/>
            <a:ext cx="1872000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Dirección estratégica</a:t>
            </a:r>
            <a:endParaRPr lang="es-AR" sz="14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CFEBE8E-A0FF-C4F4-CCF4-10AEF1600AA2}"/>
              </a:ext>
            </a:extLst>
          </p:cNvPr>
          <p:cNvSpPr/>
          <p:nvPr/>
        </p:nvSpPr>
        <p:spPr>
          <a:xfrm>
            <a:off x="3987316" y="966297"/>
            <a:ext cx="1872000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Gestión de Calidad</a:t>
            </a:r>
            <a:endParaRPr lang="es-AR" sz="1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BE01213-013C-562F-DC9D-8DA9B5B35737}"/>
              </a:ext>
            </a:extLst>
          </p:cNvPr>
          <p:cNvSpPr/>
          <p:nvPr/>
        </p:nvSpPr>
        <p:spPr>
          <a:xfrm>
            <a:off x="6288482" y="966297"/>
            <a:ext cx="1872000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Comunicación</a:t>
            </a:r>
            <a:endParaRPr lang="es-AR" sz="14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58D64F7-1071-E16B-D61E-27E42FA677BD}"/>
              </a:ext>
            </a:extLst>
          </p:cNvPr>
          <p:cNvSpPr/>
          <p:nvPr/>
        </p:nvSpPr>
        <p:spPr>
          <a:xfrm>
            <a:off x="8636825" y="972624"/>
            <a:ext cx="1872000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Comercial</a:t>
            </a:r>
            <a:endParaRPr lang="es-AR" sz="1400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FD4B4D3-E504-EE9F-A67E-02C8F547F7DA}"/>
              </a:ext>
            </a:extLst>
          </p:cNvPr>
          <p:cNvSpPr/>
          <p:nvPr/>
        </p:nvSpPr>
        <p:spPr>
          <a:xfrm>
            <a:off x="4798155" y="2508145"/>
            <a:ext cx="2540825" cy="45584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Procesos operativos</a:t>
            </a:r>
            <a:endParaRPr lang="es-AR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BE7D00C-2FA7-9884-EF7C-02021F0FCBA9}"/>
              </a:ext>
            </a:extLst>
          </p:cNvPr>
          <p:cNvSpPr/>
          <p:nvPr/>
        </p:nvSpPr>
        <p:spPr>
          <a:xfrm>
            <a:off x="7745372" y="5275237"/>
            <a:ext cx="2540825" cy="45584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Procesos de soporte</a:t>
            </a:r>
            <a:endParaRPr lang="es-AR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463BB5E-BB18-45EC-F0D9-E3B466865211}"/>
              </a:ext>
            </a:extLst>
          </p:cNvPr>
          <p:cNvSpPr/>
          <p:nvPr/>
        </p:nvSpPr>
        <p:spPr>
          <a:xfrm>
            <a:off x="2014072" y="5161407"/>
            <a:ext cx="2540825" cy="45584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Procesos externos</a:t>
            </a:r>
            <a:endParaRPr lang="es-AR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2C38BA9-EB63-EBF7-9CD4-068925CB318B}"/>
              </a:ext>
            </a:extLst>
          </p:cNvPr>
          <p:cNvSpPr/>
          <p:nvPr/>
        </p:nvSpPr>
        <p:spPr>
          <a:xfrm>
            <a:off x="4797849" y="425087"/>
            <a:ext cx="2540825" cy="45584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Procesos estratégicos</a:t>
            </a:r>
            <a:endParaRPr lang="es-AR" dirty="0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3FEF069D-91D8-E045-D195-D521CB930CF0}"/>
              </a:ext>
            </a:extLst>
          </p:cNvPr>
          <p:cNvSpPr/>
          <p:nvPr/>
        </p:nvSpPr>
        <p:spPr>
          <a:xfrm>
            <a:off x="3768539" y="3293707"/>
            <a:ext cx="237065" cy="206883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EC8C882B-20D0-91A3-B824-825C3125E9F4}"/>
              </a:ext>
            </a:extLst>
          </p:cNvPr>
          <p:cNvSpPr/>
          <p:nvPr/>
        </p:nvSpPr>
        <p:spPr>
          <a:xfrm>
            <a:off x="5238157" y="3293706"/>
            <a:ext cx="237065" cy="206883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0B4C304A-2A4F-A9BF-F322-BF7F6C81DD8F}"/>
              </a:ext>
            </a:extLst>
          </p:cNvPr>
          <p:cNvSpPr/>
          <p:nvPr/>
        </p:nvSpPr>
        <p:spPr>
          <a:xfrm>
            <a:off x="6716778" y="3293705"/>
            <a:ext cx="237065" cy="206883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Flecha: a la derecha 36">
            <a:extLst>
              <a:ext uri="{FF2B5EF4-FFF2-40B4-BE49-F238E27FC236}">
                <a16:creationId xmlns:a16="http://schemas.microsoft.com/office/drawing/2014/main" id="{455F5E60-929D-E730-6427-0FE109ABF8DE}"/>
              </a:ext>
            </a:extLst>
          </p:cNvPr>
          <p:cNvSpPr/>
          <p:nvPr/>
        </p:nvSpPr>
        <p:spPr>
          <a:xfrm>
            <a:off x="8184611" y="3293704"/>
            <a:ext cx="237065" cy="206883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8" name="Picture 3">
            <a:extLst>
              <a:ext uri="{FF2B5EF4-FFF2-40B4-BE49-F238E27FC236}">
                <a16:creationId xmlns:a16="http://schemas.microsoft.com/office/drawing/2014/main" id="{00000000-0008-0000-0000-00000500000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52" y="75708"/>
            <a:ext cx="925830" cy="451908"/>
          </a:xfrm>
          <a:prstGeom prst="rect">
            <a:avLst/>
          </a:prstGeom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57E92E8C-BE91-B2BB-6EE6-3615E223CE6D}"/>
              </a:ext>
            </a:extLst>
          </p:cNvPr>
          <p:cNvSpPr txBox="1"/>
          <p:nvPr/>
        </p:nvSpPr>
        <p:spPr>
          <a:xfrm>
            <a:off x="10780512" y="75708"/>
            <a:ext cx="1374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/>
              <a:t>MGSN01-A1</a:t>
            </a:r>
          </a:p>
          <a:p>
            <a:pPr algn="ctr"/>
            <a:r>
              <a:rPr lang="es-ES" sz="1200" dirty="0"/>
              <a:t>Rev.09 Mar26</a:t>
            </a:r>
            <a:endParaRPr lang="es-AR" sz="1200" dirty="0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05F02AAE-2808-396B-407F-6595F7B62820}"/>
              </a:ext>
            </a:extLst>
          </p:cNvPr>
          <p:cNvSpPr/>
          <p:nvPr/>
        </p:nvSpPr>
        <p:spPr>
          <a:xfrm>
            <a:off x="1154144" y="3167892"/>
            <a:ext cx="490618" cy="418873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68D5FCD0-10C4-26AD-7750-73FE6647F0A0}"/>
              </a:ext>
            </a:extLst>
          </p:cNvPr>
          <p:cNvSpPr/>
          <p:nvPr/>
        </p:nvSpPr>
        <p:spPr>
          <a:xfrm>
            <a:off x="10582122" y="3167891"/>
            <a:ext cx="490618" cy="418873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40469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54</Words>
  <Application>Microsoft Office PowerPoint</Application>
  <PresentationFormat>Panorámica</PresentationFormat>
  <Paragraphs>28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Mapa de procesos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Ariel Costallat</dc:creator>
  <cp:lastModifiedBy>Ariel Costallat</cp:lastModifiedBy>
  <cp:revision>9</cp:revision>
  <dcterms:created xsi:type="dcterms:W3CDTF">2026-03-19T11:31:04Z</dcterms:created>
  <dcterms:modified xsi:type="dcterms:W3CDTF">2026-03-20T13:57:31Z</dcterms:modified>
</cp:coreProperties>
</file>