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02638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03047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3648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791924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99995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14563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51618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2691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5588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0926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41617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39B643-DEF8-4992-A05D-3D0D53093C96}" type="datetimeFigureOut">
              <a:rPr lang="es-AR" smtClean="0"/>
              <a:t>28/10/2025</a:t>
            </a:fld>
            <a:endParaRPr lang="es-AR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6D8F7-F747-49D0-9690-949F6EDA014B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842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30971" cy="658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1803211" y="68548"/>
            <a:ext cx="9144000" cy="521271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s-AR" sz="3000" dirty="0">
                <a:latin typeface="+mn-lt"/>
              </a:rPr>
              <a:t>BOLETIN INFORMATIVO	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5019045" y="489529"/>
            <a:ext cx="2153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Periodo: </a:t>
            </a:r>
            <a:r>
              <a:rPr lang="es-ES"/>
              <a:t>Mes AÑO</a:t>
            </a:r>
            <a:endParaRPr lang="es-AR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62110"/>
              </p:ext>
            </p:extLst>
          </p:nvPr>
        </p:nvGraphicFramePr>
        <p:xfrm>
          <a:off x="9144" y="1059353"/>
          <a:ext cx="12139155" cy="57708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046385">
                  <a:extLst>
                    <a:ext uri="{9D8B030D-6E8A-4147-A177-3AD203B41FA5}">
                      <a16:colId xmlns:a16="http://schemas.microsoft.com/office/drawing/2014/main" val="2975710236"/>
                    </a:ext>
                  </a:extLst>
                </a:gridCol>
                <a:gridCol w="4046385">
                  <a:extLst>
                    <a:ext uri="{9D8B030D-6E8A-4147-A177-3AD203B41FA5}">
                      <a16:colId xmlns:a16="http://schemas.microsoft.com/office/drawing/2014/main" val="3026672626"/>
                    </a:ext>
                  </a:extLst>
                </a:gridCol>
                <a:gridCol w="4046385">
                  <a:extLst>
                    <a:ext uri="{9D8B030D-6E8A-4147-A177-3AD203B41FA5}">
                      <a16:colId xmlns:a16="http://schemas.microsoft.com/office/drawing/2014/main" val="38240983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Novedades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Operativas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Resultados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711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600" dirty="0"/>
                        <a:t>Cambios</a:t>
                      </a:r>
                      <a:r>
                        <a:rPr lang="es-AR" sz="1600" baseline="0" dirty="0"/>
                        <a:t> administrativos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Nuevos</a:t>
                      </a:r>
                      <a:r>
                        <a:rPr lang="es-AR" sz="1600" baseline="0" dirty="0"/>
                        <a:t> clientes, equipos herramientas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Conducta</a:t>
                      </a:r>
                      <a:r>
                        <a:rPr lang="es-AR" sz="1600" baseline="0" dirty="0"/>
                        <a:t> de manejo</a:t>
                      </a:r>
                      <a:endParaRPr lang="es-A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109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600" dirty="0"/>
                        <a:t>Nuevo 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Inicio/fin</a:t>
                      </a:r>
                      <a:r>
                        <a:rPr lang="es-AR" sz="1600" baseline="0" dirty="0"/>
                        <a:t> de contratos</a:t>
                      </a:r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Incidentes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671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600" dirty="0"/>
                        <a:t>Nuevas adquisiciones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Nuevos trabajos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Formación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946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600" dirty="0"/>
                        <a:t>Proyectos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Fechas de auditorias/inspecciones/visitas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Operaciones exitosas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44395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1600" dirty="0"/>
                        <a:t>Nuevo software/tecnologías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Nuevas formaciones externas/internas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Evaluaciones del personal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722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600" dirty="0"/>
                        <a:t>*Cada sector puede contribuir con este espacio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600" dirty="0"/>
                        <a:t>Auditorias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90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0777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169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497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56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196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66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5224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98032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CFBEEC28-C3FC-570A-59AB-B8EEACCB7E07}"/>
              </a:ext>
            </a:extLst>
          </p:cNvPr>
          <p:cNvSpPr txBox="1"/>
          <p:nvPr/>
        </p:nvSpPr>
        <p:spPr>
          <a:xfrm>
            <a:off x="11161337" y="0"/>
            <a:ext cx="1030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dirty="0"/>
              <a:t>PGSN13-F2</a:t>
            </a:r>
          </a:p>
          <a:p>
            <a:pPr algn="ctr"/>
            <a:r>
              <a:rPr lang="es-ES" sz="1200" dirty="0"/>
              <a:t>Rev.00 Jun.25</a:t>
            </a:r>
            <a:endParaRPr lang="es-AR" sz="1200" dirty="0"/>
          </a:p>
        </p:txBody>
      </p:sp>
    </p:spTree>
    <p:extLst>
      <p:ext uri="{BB962C8B-B14F-4D97-AF65-F5344CB8AC3E}">
        <p14:creationId xmlns:p14="http://schemas.microsoft.com/office/powerpoint/2010/main" val="25002086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790</TotalTime>
  <Words>71</Words>
  <Application>Microsoft Office PowerPoint</Application>
  <PresentationFormat>Panorámica</PresentationFormat>
  <Paragraphs>24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BOLETIN INFORMATIVO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Coordinador HSEQ</dc:creator>
  <cp:lastModifiedBy>Ariel Costallat</cp:lastModifiedBy>
  <cp:revision>25</cp:revision>
  <dcterms:created xsi:type="dcterms:W3CDTF">2025-06-27T15:02:32Z</dcterms:created>
  <dcterms:modified xsi:type="dcterms:W3CDTF">2025-10-28T17:44:48Z</dcterms:modified>
</cp:coreProperties>
</file>